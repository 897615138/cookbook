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ags/tag2.xml" ContentType="application/vnd.openxmlformats-officedocument.presentationml.tags+xml"/>
  <Override PartName="/ppt/notesSlides/notesSlide1.xml" ContentType="application/vnd.openxmlformats-officedocument.presentationml.notesSlide+xml"/>
  <Override PartName="/ppt/theme/themeOverride2.xml" ContentType="application/vnd.openxmlformats-officedocument.themeOverr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9.xml" ContentType="application/vnd.openxmlformats-officedocument.presentationml.notesSlide+xml"/>
  <Override PartName="/ppt/theme/themeOverride3.xml" ContentType="application/vnd.openxmlformats-officedocument.themeOverride+xml"/>
  <Override PartName="/ppt/tags/tag12.xml" ContentType="application/vnd.openxmlformats-officedocument.presentationml.tags+xml"/>
  <Override PartName="/ppt/notesSlides/notesSlide10.xml" ContentType="application/vnd.openxmlformats-officedocument.presentationml.notesSlide+xml"/>
  <Override PartName="/ppt/tags/tag13.xml" ContentType="application/vnd.openxmlformats-officedocument.presentationml.tags+xml"/>
  <Override PartName="/ppt/notesSlides/notesSlide11.xml" ContentType="application/vnd.openxmlformats-officedocument.presentationml.notesSlide+xml"/>
  <Override PartName="/ppt/tags/tag14.xml" ContentType="application/vnd.openxmlformats-officedocument.presentationml.tags+xml"/>
  <Override PartName="/ppt/notesSlides/notesSlide12.xml" ContentType="application/vnd.openxmlformats-officedocument.presentationml.notesSlide+xml"/>
  <Override PartName="/ppt/theme/themeOverride4.xml" ContentType="application/vnd.openxmlformats-officedocument.themeOverride+xml"/>
  <Override PartName="/ppt/tags/tag1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5"/>
  </p:notesMasterIdLst>
  <p:handoutMasterIdLst>
    <p:handoutMasterId r:id="rId16"/>
  </p:handoutMasterIdLst>
  <p:sldIdLst>
    <p:sldId id="256" r:id="rId2"/>
    <p:sldId id="269" r:id="rId3"/>
    <p:sldId id="281" r:id="rId4"/>
    <p:sldId id="283" r:id="rId5"/>
    <p:sldId id="285" r:id="rId6"/>
    <p:sldId id="287" r:id="rId7"/>
    <p:sldId id="279" r:id="rId8"/>
    <p:sldId id="288" r:id="rId9"/>
    <p:sldId id="289" r:id="rId10"/>
    <p:sldId id="258" r:id="rId11"/>
    <p:sldId id="270" r:id="rId12"/>
    <p:sldId id="290" r:id="rId13"/>
    <p:sldId id="261" r:id="rId14"/>
  </p:sldIdLst>
  <p:sldSz cx="12192000" cy="6858000"/>
  <p:notesSz cx="6858000" cy="9144000"/>
  <p:custDataLst>
    <p:tags r:id="rId1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4D7"/>
    <a:srgbClr val="8BBE4E"/>
    <a:srgbClr val="C9271D"/>
    <a:srgbClr val="361B00"/>
    <a:srgbClr val="DDB021"/>
    <a:srgbClr val="663300"/>
    <a:srgbClr val="E4C04A"/>
    <a:srgbClr val="77A53D"/>
    <a:srgbClr val="112103"/>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64429" autoAdjust="0"/>
  </p:normalViewPr>
  <p:slideViewPr>
    <p:cSldViewPr snapToGrid="0">
      <p:cViewPr varScale="1">
        <p:scale>
          <a:sx n="59" d="100"/>
          <a:sy n="59" d="100"/>
        </p:scale>
        <p:origin x="1459" y="58"/>
      </p:cViewPr>
      <p:guideLst/>
    </p:cSldViewPr>
  </p:slideViewPr>
  <p:notesTextViewPr>
    <p:cViewPr>
      <p:scale>
        <a:sx n="3" d="2"/>
        <a:sy n="3" d="2"/>
      </p:scale>
      <p:origin x="0" y="0"/>
    </p:cViewPr>
  </p:notesTextViewPr>
  <p:sorterViewPr>
    <p:cViewPr>
      <p:scale>
        <a:sx n="75" d="100"/>
        <a:sy n="75" d="100"/>
      </p:scale>
      <p:origin x="0" y="0"/>
    </p:cViewPr>
  </p:sorterViewPr>
  <p:notesViewPr>
    <p:cSldViewPr snapToGrid="0">
      <p:cViewPr varScale="1">
        <p:scale>
          <a:sx n="80" d="100"/>
          <a:sy n="80" d="100"/>
        </p:scale>
        <p:origin x="3066"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511082-DE43-4EB7-BF5A-015CB5176E18}" type="datetimeFigureOut">
              <a:rPr lang="zh-CN" altLang="en-US" smtClean="0"/>
              <a:t>2020/8/19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A1EBFD4-1205-4B9A-B2A4-06E2AE003EF0}"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t>2020/8/19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大家好，我来自我们明明真的很强小组，我是本次项目小组的负责人</a:t>
            </a:r>
            <a:r>
              <a:rPr lang="en-US" altLang="zh-CN" dirty="0"/>
              <a:t>:</a:t>
            </a:r>
            <a:r>
              <a:rPr lang="zh-CN" altLang="en-US" dirty="0"/>
              <a:t>王吉。下面将由我为大家介绍我们的</a:t>
            </a:r>
            <a:r>
              <a:rPr lang="en-US" altLang="zh-CN" dirty="0"/>
              <a:t>cookbook</a:t>
            </a:r>
            <a:r>
              <a:rPr lang="zh-CN" altLang="en-US" dirty="0"/>
              <a:t>菜谱分享网站</a:t>
            </a:r>
          </a:p>
        </p:txBody>
      </p:sp>
      <p:sp>
        <p:nvSpPr>
          <p:cNvPr id="4" name="灯片编号占位符 3"/>
          <p:cNvSpPr>
            <a:spLocks noGrp="1"/>
          </p:cNvSpPr>
          <p:nvPr>
            <p:ph type="sldNum" sz="quarter" idx="5"/>
          </p:nvPr>
        </p:nvSpPr>
        <p:spPr/>
        <p:txBody>
          <a:bodyPr/>
          <a:lstStyle/>
          <a:p>
            <a:fld id="{E9E6FDB6-6D2B-46C1-9FA1-D82906A37C3A}"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下面我将分三个模块向大家介绍我们的项目</a:t>
            </a:r>
            <a:r>
              <a:rPr lang="en-US" altLang="zh-CN" dirty="0"/>
              <a:t>,</a:t>
            </a:r>
            <a:r>
              <a:rPr lang="zh-CN" altLang="en-US" dirty="0"/>
              <a:t>分别是项目简介</a:t>
            </a:r>
            <a:r>
              <a:rPr lang="en-US" altLang="zh-CN" dirty="0"/>
              <a:t>,</a:t>
            </a:r>
            <a:r>
              <a:rPr lang="zh-CN" altLang="en-US" dirty="0"/>
              <a:t>功能概述和设计详情</a:t>
            </a:r>
          </a:p>
        </p:txBody>
      </p:sp>
      <p:sp>
        <p:nvSpPr>
          <p:cNvPr id="4" name="灯片编号占位符 3"/>
          <p:cNvSpPr>
            <a:spLocks noGrp="1"/>
          </p:cNvSpPr>
          <p:nvPr>
            <p:ph type="sldNum" sz="quarter" idx="5"/>
          </p:nvPr>
        </p:nvSpPr>
        <p:spPr/>
        <p:txBody>
          <a:bodyPr/>
          <a:lstStyle/>
          <a:p>
            <a:fld id="{E9E6FDB6-6D2B-46C1-9FA1-D82906A37C3A}"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首先进行项目简介</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我们的项目名称是</a:t>
            </a:r>
            <a:r>
              <a:rPr lang="en-US" altLang="zh-CN" dirty="0"/>
              <a:t>Cookbook</a:t>
            </a:r>
            <a:r>
              <a:rPr lang="zh-CN" altLang="en-US" dirty="0"/>
              <a:t>菜谱分享网站</a:t>
            </a:r>
            <a:r>
              <a:rPr lang="en-US" altLang="zh-CN" dirty="0"/>
              <a:t>,</a:t>
            </a:r>
            <a:r>
              <a:rPr lang="zh-CN" altLang="en-US" dirty="0"/>
              <a:t> 基于</a:t>
            </a:r>
            <a:r>
              <a:rPr lang="en-US" altLang="zh-CN" dirty="0" err="1"/>
              <a:t>JavaWeb</a:t>
            </a:r>
            <a:r>
              <a:rPr lang="zh-CN" altLang="en-US" dirty="0"/>
              <a:t>实现</a:t>
            </a:r>
            <a:r>
              <a:rPr lang="en-US" altLang="zh-CN" dirty="0"/>
              <a:t>,</a:t>
            </a:r>
            <a:r>
              <a:rPr lang="zh-CN" altLang="en-US" dirty="0"/>
              <a:t> 数据库使用</a:t>
            </a:r>
            <a:r>
              <a:rPr lang="en-US" altLang="zh-CN" dirty="0"/>
              <a:t>Mysql8.0,servlet</a:t>
            </a:r>
            <a:r>
              <a:rPr lang="zh-CN" altLang="en-US" dirty="0"/>
              <a:t>容器使用</a:t>
            </a:r>
            <a:r>
              <a:rPr lang="en-US" altLang="zh-CN" dirty="0"/>
              <a:t>Tomcat9.0</a:t>
            </a:r>
          </a:p>
          <a:p>
            <a:r>
              <a:rPr lang="zh-CN" altLang="en-US" dirty="0"/>
              <a:t>，</a:t>
            </a:r>
            <a:r>
              <a:rPr lang="en-US" altLang="zh-CN" dirty="0" err="1"/>
              <a:t>jdk</a:t>
            </a:r>
            <a:r>
              <a:rPr lang="zh-CN" altLang="en-US" dirty="0"/>
              <a:t>版本为</a:t>
            </a:r>
            <a:r>
              <a:rPr lang="en-US" altLang="zh-CN" dirty="0"/>
              <a:t>1.8</a:t>
            </a:r>
            <a:r>
              <a:rPr lang="zh-CN" altLang="en-US" dirty="0"/>
              <a:t>，以</a:t>
            </a:r>
            <a:r>
              <a:rPr lang="en-US" altLang="zh-CN" dirty="0"/>
              <a:t>IDEA</a:t>
            </a:r>
            <a:r>
              <a:rPr lang="zh-CN" altLang="en-US" dirty="0"/>
              <a:t>为开发软件</a:t>
            </a:r>
            <a:r>
              <a:rPr lang="en-US" altLang="zh-CN" dirty="0"/>
              <a:t>,Git</a:t>
            </a:r>
            <a:r>
              <a:rPr lang="zh-CN" altLang="en-US" dirty="0"/>
              <a:t>为整合工具</a:t>
            </a:r>
            <a:r>
              <a:rPr lang="en-US" altLang="zh-CN" dirty="0"/>
              <a:t>,</a:t>
            </a:r>
            <a:r>
              <a:rPr lang="zh-CN" altLang="en-US" dirty="0"/>
              <a:t>还使用了一些辅助开发工具，利用</a:t>
            </a:r>
            <a:r>
              <a:rPr lang="en-US" altLang="zh-CN" dirty="0"/>
              <a:t>Postman</a:t>
            </a:r>
            <a:r>
              <a:rPr lang="zh-CN" altLang="en-US" dirty="0"/>
              <a:t>进行后端测试</a:t>
            </a:r>
            <a:r>
              <a:rPr lang="en-US" altLang="zh-CN" dirty="0"/>
              <a:t>,</a:t>
            </a:r>
            <a:r>
              <a:rPr lang="zh-CN" altLang="en-US" dirty="0"/>
              <a:t>使用</a:t>
            </a:r>
            <a:r>
              <a:rPr lang="en-US" altLang="zh-CN" dirty="0"/>
              <a:t>Axure</a:t>
            </a:r>
            <a:r>
              <a:rPr lang="zh-CN" altLang="en-US" dirty="0"/>
              <a:t>进行原型图绘制</a:t>
            </a:r>
            <a:r>
              <a:rPr lang="en-US" altLang="zh-CN" dirty="0"/>
              <a:t>,</a:t>
            </a:r>
            <a:r>
              <a:rPr lang="zh-CN" altLang="en-US" dirty="0"/>
              <a:t>使用</a:t>
            </a:r>
            <a:r>
              <a:rPr lang="en-US" altLang="zh-CN" dirty="0"/>
              <a:t>Power Designer</a:t>
            </a:r>
            <a:r>
              <a:rPr lang="zh-CN" altLang="en-US" dirty="0"/>
              <a:t>构建表结构。</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首先，我们用了两天的时间进行项目小组内讨论并且吸收了班级同学与老师的建议确定了主题。</a:t>
            </a:r>
            <a:endParaRPr lang="en-US" altLang="zh-CN" dirty="0"/>
          </a:p>
          <a:p>
            <a:r>
              <a:rPr lang="zh-CN" altLang="en-US" dirty="0"/>
              <a:t>根据主题，参考了其他类似功能网站，进行讨论与研究，确定了需求与功能，并且进行了表结构的确立</a:t>
            </a:r>
            <a:endParaRPr lang="en-US" altLang="zh-CN" dirty="0"/>
          </a:p>
          <a:p>
            <a:r>
              <a:rPr lang="zh-CN" altLang="en-US" dirty="0"/>
              <a:t>随后，我根据功能进行原型图的绘制，使用动态面板和母版，进行页面与功能板块的划分。</a:t>
            </a:r>
            <a:endParaRPr lang="en-US" altLang="zh-CN" dirty="0"/>
          </a:p>
          <a:p>
            <a:r>
              <a:rPr lang="zh-CN" altLang="en-US" dirty="0"/>
              <a:t>根据原型图，前端小组进行前端静态页面的书写，后端小组进行手写框架的建立与基本的封装工作</a:t>
            </a:r>
            <a:endParaRPr lang="en-US" altLang="zh-CN" dirty="0"/>
          </a:p>
          <a:p>
            <a:r>
              <a:rPr lang="zh-CN" altLang="en-US" dirty="0"/>
              <a:t>准备工作完成之后，我确立统一了接口与</a:t>
            </a:r>
            <a:r>
              <a:rPr lang="en-US" altLang="zh-CN" dirty="0" err="1"/>
              <a:t>url</a:t>
            </a:r>
            <a:r>
              <a:rPr lang="zh-CN" altLang="en-US" dirty="0"/>
              <a:t>路径，前端开始书写</a:t>
            </a:r>
            <a:r>
              <a:rPr lang="en-US" altLang="zh-CN" dirty="0" err="1"/>
              <a:t>js</a:t>
            </a:r>
            <a:r>
              <a:rPr lang="zh-CN" altLang="en-US" dirty="0"/>
              <a:t>与</a:t>
            </a:r>
            <a:r>
              <a:rPr lang="en-US" altLang="zh-CN" dirty="0"/>
              <a:t>ajax</a:t>
            </a:r>
            <a:r>
              <a:rPr lang="zh-CN" altLang="en-US" dirty="0"/>
              <a:t>请求，后端进行业务功能的书写</a:t>
            </a:r>
            <a:endParaRPr lang="en-US" altLang="zh-CN" dirty="0"/>
          </a:p>
          <a:p>
            <a:r>
              <a:rPr lang="zh-CN" altLang="en-US" dirty="0"/>
              <a:t>后端业务书写完毕后，先用</a:t>
            </a:r>
            <a:r>
              <a:rPr lang="en-US" altLang="zh-CN" dirty="0"/>
              <a:t>Postman</a:t>
            </a:r>
            <a:r>
              <a:rPr lang="zh-CN" altLang="en-US" dirty="0"/>
              <a:t>进行测试，再与前端整合进行单元检测，最后每个模块进行总体整合</a:t>
            </a:r>
            <a:endParaRPr lang="en-US" altLang="zh-CN" dirty="0"/>
          </a:p>
          <a:p>
            <a:r>
              <a:rPr lang="zh-CN" altLang="en-US" dirty="0"/>
              <a:t>最后进行了整体的优化与细节的修整</a:t>
            </a:r>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下面进行功能概述</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kern="1200" dirty="0">
                <a:solidFill>
                  <a:schemeClr val="tx1"/>
                </a:solidFill>
                <a:effectLst/>
                <a:latin typeface="+mn-lt"/>
                <a:ea typeface="+mn-ea"/>
                <a:cs typeface="+mn-cs"/>
              </a:rPr>
              <a:t>主要</a:t>
            </a:r>
            <a:r>
              <a:rPr lang="zh-CN" altLang="zh-CN" sz="1200" kern="1200" dirty="0">
                <a:solidFill>
                  <a:schemeClr val="tx1"/>
                </a:solidFill>
                <a:effectLst/>
                <a:latin typeface="+mn-lt"/>
                <a:ea typeface="+mn-ea"/>
                <a:cs typeface="+mn-cs"/>
              </a:rPr>
              <a:t>分为</a:t>
            </a:r>
            <a:r>
              <a:rPr lang="zh-CN" altLang="en-US" sz="1200" kern="1200" dirty="0">
                <a:solidFill>
                  <a:schemeClr val="tx1"/>
                </a:solidFill>
                <a:effectLst/>
                <a:latin typeface="+mn-lt"/>
                <a:ea typeface="+mn-ea"/>
                <a:cs typeface="+mn-cs"/>
              </a:rPr>
              <a:t>两个模块，</a:t>
            </a:r>
            <a:r>
              <a:rPr lang="zh-CN" altLang="zh-CN" sz="1200" kern="1200" dirty="0">
                <a:solidFill>
                  <a:schemeClr val="tx1"/>
                </a:solidFill>
                <a:effectLst/>
                <a:latin typeface="+mn-lt"/>
                <a:ea typeface="+mn-ea"/>
                <a:cs typeface="+mn-cs"/>
              </a:rPr>
              <a:t>菜谱模块与用户模块</a:t>
            </a:r>
            <a:r>
              <a:rPr lang="zh-CN" altLang="en-US" sz="1200" kern="1200" dirty="0">
                <a:solidFill>
                  <a:schemeClr val="tx1"/>
                </a:solidFill>
                <a:effectLst/>
                <a:latin typeface="+mn-lt"/>
                <a:ea typeface="+mn-ea"/>
                <a:cs typeface="+mn-cs"/>
              </a:rPr>
              <a:t>。这是我们模块整体的思维导图。</a:t>
            </a: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9E6FDB6-6D2B-46C1-9FA1-D82906A37C3A}"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kern="1200" dirty="0">
                <a:solidFill>
                  <a:schemeClr val="tx1"/>
                </a:solidFill>
                <a:effectLst/>
                <a:latin typeface="+mn-lt"/>
                <a:ea typeface="+mn-ea"/>
                <a:cs typeface="+mn-cs"/>
              </a:rPr>
              <a:t>首先是主题模块：菜谱模块</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mn-lt"/>
                <a:ea typeface="+mn-ea"/>
                <a:cs typeface="+mn-cs"/>
              </a:rPr>
              <a:t>在菜谱模块我们分为了</a:t>
            </a:r>
            <a:r>
              <a:rPr lang="zh-CN" altLang="en-US" sz="1200" kern="1200" dirty="0">
                <a:solidFill>
                  <a:schemeClr val="tx1"/>
                </a:solidFill>
                <a:effectLst/>
                <a:latin typeface="+mn-lt"/>
                <a:ea typeface="+mn-ea"/>
                <a:cs typeface="+mn-cs"/>
              </a:rPr>
              <a:t>两</a:t>
            </a:r>
            <a:r>
              <a:rPr lang="zh-CN" altLang="zh-CN" sz="1200" kern="1200" dirty="0">
                <a:solidFill>
                  <a:schemeClr val="tx1"/>
                </a:solidFill>
                <a:effectLst/>
                <a:latin typeface="+mn-lt"/>
                <a:ea typeface="+mn-ea"/>
                <a:cs typeface="+mn-cs"/>
              </a:rPr>
              <a:t>个方面</a:t>
            </a: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kern="1200" dirty="0">
                <a:solidFill>
                  <a:schemeClr val="tx1"/>
                </a:solidFill>
                <a:effectLst/>
                <a:latin typeface="+mn-lt"/>
                <a:ea typeface="+mn-ea"/>
                <a:cs typeface="+mn-cs"/>
              </a:rPr>
              <a:t>首先是</a:t>
            </a:r>
            <a:r>
              <a:rPr lang="zh-CN" altLang="zh-CN" sz="1200" kern="1200" dirty="0">
                <a:solidFill>
                  <a:schemeClr val="tx1"/>
                </a:solidFill>
                <a:effectLst/>
                <a:latin typeface="+mn-lt"/>
                <a:ea typeface="+mn-ea"/>
                <a:cs typeface="+mn-cs"/>
              </a:rPr>
              <a:t>搜索</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主要针对的是关键词搜索和菜单页按条件（标签 点赞 收藏 时间 升降序）排序</a:t>
            </a: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kern="1200" dirty="0">
                <a:solidFill>
                  <a:schemeClr val="tx1"/>
                </a:solidFill>
                <a:effectLst/>
                <a:latin typeface="+mn-lt"/>
                <a:ea typeface="+mn-ea"/>
                <a:cs typeface="+mn-cs"/>
              </a:rPr>
              <a:t>然后是菜谱的展示功能</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展示包括标题</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简介</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标签，内容，相关内容推荐</a:t>
            </a:r>
          </a:p>
        </p:txBody>
      </p:sp>
      <p:sp>
        <p:nvSpPr>
          <p:cNvPr id="4" name="灯片编号占位符 3"/>
          <p:cNvSpPr>
            <a:spLocks noGrp="1"/>
          </p:cNvSpPr>
          <p:nvPr>
            <p:ph type="sldNum" sz="quarter" idx="5"/>
          </p:nvPr>
        </p:nvSpPr>
        <p:spPr/>
        <p:txBody>
          <a:bodyPr/>
          <a:lstStyle/>
          <a:p>
            <a:fld id="{E9E6FDB6-6D2B-46C1-9FA1-D82906A37C3A}"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mn-lt"/>
                <a:ea typeface="+mn-ea"/>
                <a:cs typeface="+mn-cs"/>
              </a:rPr>
              <a:t>用户模块</a:t>
            </a:r>
            <a:r>
              <a:rPr lang="zh-CN" altLang="en-US" sz="1200" kern="1200" dirty="0">
                <a:solidFill>
                  <a:schemeClr val="tx1"/>
                </a:solidFill>
                <a:effectLst/>
                <a:latin typeface="+mn-lt"/>
                <a:ea typeface="+mn-ea"/>
                <a:cs typeface="+mn-cs"/>
              </a:rPr>
              <a:t>分为两个部分，基础用户功能与个性化功能</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kern="1200" dirty="0">
                <a:solidFill>
                  <a:schemeClr val="tx1"/>
                </a:solidFill>
                <a:effectLst/>
                <a:latin typeface="+mn-lt"/>
                <a:ea typeface="+mn-ea"/>
                <a:cs typeface="+mn-cs"/>
              </a:rPr>
              <a:t>基础用户功能，</a:t>
            </a:r>
            <a:r>
              <a:rPr lang="zh-CN" altLang="zh-CN" sz="1200" kern="1200" dirty="0">
                <a:solidFill>
                  <a:schemeClr val="tx1"/>
                </a:solidFill>
                <a:effectLst/>
                <a:latin typeface="+mn-lt"/>
                <a:ea typeface="+mn-ea"/>
                <a:cs typeface="+mn-cs"/>
              </a:rPr>
              <a:t>实现登陆注册注销</a:t>
            </a:r>
            <a:r>
              <a:rPr lang="zh-CN" altLang="en-US" sz="1200" kern="1200" dirty="0">
                <a:solidFill>
                  <a:schemeClr val="tx1"/>
                </a:solidFill>
                <a:effectLst/>
                <a:latin typeface="+mn-lt"/>
                <a:ea typeface="+mn-ea"/>
                <a:cs typeface="+mn-cs"/>
              </a:rPr>
              <a:t>功能</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进行了</a:t>
            </a:r>
            <a:r>
              <a:rPr lang="zh-CN" altLang="zh-CN" sz="1200" kern="1200" dirty="0">
                <a:solidFill>
                  <a:schemeClr val="tx1"/>
                </a:solidFill>
                <a:effectLst/>
                <a:latin typeface="+mn-lt"/>
                <a:ea typeface="+mn-ea"/>
                <a:cs typeface="+mn-cs"/>
              </a:rPr>
              <a:t>密码加密，重复登陆验证，</a:t>
            </a:r>
            <a:r>
              <a:rPr lang="zh-CN" altLang="en-US" sz="1200" kern="1200" dirty="0">
                <a:solidFill>
                  <a:schemeClr val="tx1"/>
                </a:solidFill>
                <a:effectLst/>
                <a:latin typeface="+mn-lt"/>
                <a:ea typeface="+mn-ea"/>
                <a:cs typeface="+mn-cs"/>
              </a:rPr>
              <a:t>用户名与邮箱验证重复性等设计。</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kern="1200" dirty="0">
                <a:solidFill>
                  <a:schemeClr val="tx1"/>
                </a:solidFill>
                <a:effectLst/>
                <a:latin typeface="+mn-lt"/>
                <a:ea typeface="+mn-ea"/>
                <a:cs typeface="+mn-cs"/>
              </a:rPr>
              <a:t>个性化功能主要为个人资料的个性化设置，好友系统即关注粉丝的设置，以及用户与菜谱结合的</a:t>
            </a:r>
            <a:r>
              <a:rPr lang="zh-CN" altLang="zh-CN" sz="1200" kern="1200" dirty="0">
                <a:solidFill>
                  <a:schemeClr val="tx1"/>
                </a:solidFill>
                <a:effectLst/>
                <a:latin typeface="+mn-lt"/>
                <a:ea typeface="+mn-ea"/>
                <a:cs typeface="+mn-cs"/>
              </a:rPr>
              <a:t>个性化</a:t>
            </a:r>
            <a:r>
              <a:rPr lang="zh-CN" altLang="en-US" sz="1200" kern="1200" dirty="0">
                <a:solidFill>
                  <a:schemeClr val="tx1"/>
                </a:solidFill>
                <a:effectLst/>
                <a:latin typeface="+mn-lt"/>
                <a:ea typeface="+mn-ea"/>
                <a:cs typeface="+mn-cs"/>
              </a:rPr>
              <a:t>功能，比如</a:t>
            </a:r>
            <a:r>
              <a:rPr lang="zh-CN" altLang="zh-CN" sz="1200" kern="1200" dirty="0">
                <a:solidFill>
                  <a:schemeClr val="tx1"/>
                </a:solidFill>
                <a:effectLst/>
                <a:latin typeface="+mn-lt"/>
                <a:ea typeface="+mn-ea"/>
                <a:cs typeface="+mn-cs"/>
              </a:rPr>
              <a:t>收藏，点赞，评论，自定义标签</a:t>
            </a:r>
            <a:r>
              <a:rPr lang="zh-CN" altLang="en-US" sz="1200" kern="1200" dirty="0">
                <a:solidFill>
                  <a:schemeClr val="tx1"/>
                </a:solidFill>
                <a:effectLst/>
                <a:latin typeface="+mn-lt"/>
                <a:ea typeface="+mn-ea"/>
                <a:cs typeface="+mn-cs"/>
              </a:rPr>
              <a:t>，自定义收藏夹，新建菜谱，管理收藏夹，菜谱等</a:t>
            </a:r>
            <a:r>
              <a:rPr lang="zh-CN" altLang="zh-CN" sz="1200" kern="1200" dirty="0">
                <a:solidFill>
                  <a:schemeClr val="tx1"/>
                </a:solidFill>
                <a:effectLst/>
                <a:latin typeface="+mn-lt"/>
                <a:ea typeface="+mn-ea"/>
                <a:cs typeface="+mn-cs"/>
              </a:rPr>
              <a:t>功能。</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kern="1200" dirty="0">
                <a:solidFill>
                  <a:schemeClr val="tx1"/>
                </a:solidFill>
                <a:effectLst/>
                <a:latin typeface="+mn-lt"/>
                <a:ea typeface="+mn-ea"/>
                <a:cs typeface="+mn-cs"/>
              </a:rPr>
              <a:t>那我们是如何实现的呢？</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介绍完功能，下面将介绍我们的设计详情</a:t>
            </a:r>
          </a:p>
        </p:txBody>
      </p:sp>
      <p:sp>
        <p:nvSpPr>
          <p:cNvPr id="4" name="灯片编号占位符 3"/>
          <p:cNvSpPr>
            <a:spLocks noGrp="1"/>
          </p:cNvSpPr>
          <p:nvPr>
            <p:ph type="sldNum" sz="quarter" idx="5"/>
          </p:nvPr>
        </p:nvSpPr>
        <p:spPr/>
        <p:txBody>
          <a:bodyPr/>
          <a:lstStyle/>
          <a:p>
            <a:fld id="{E9E6FDB6-6D2B-46C1-9FA1-D82906A37C3A}" type="slidenum">
              <a:rPr lang="zh-CN" altLang="en-US" smtClean="0"/>
              <a:t>10</a:t>
            </a:fld>
            <a:endParaRPr lang="zh-CN" altLang="en-US"/>
          </a:p>
        </p:txBody>
      </p:sp>
    </p:spTree>
    <p:extLst>
      <p:ext uri="{BB962C8B-B14F-4D97-AF65-F5344CB8AC3E}">
        <p14:creationId xmlns:p14="http://schemas.microsoft.com/office/powerpoint/2010/main" val="15254168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kern="1200" dirty="0">
                <a:solidFill>
                  <a:schemeClr val="tx1"/>
                </a:solidFill>
                <a:effectLst/>
                <a:latin typeface="+mn-lt"/>
                <a:ea typeface="+mn-ea"/>
                <a:cs typeface="+mn-cs"/>
              </a:rPr>
              <a:t>首先，我们项目采用的是</a:t>
            </a:r>
            <a:r>
              <a:rPr lang="en-US" altLang="zh-CN" sz="1200" kern="1200" dirty="0">
                <a:solidFill>
                  <a:schemeClr val="tx1"/>
                </a:solidFill>
                <a:effectLst/>
                <a:latin typeface="+mn-lt"/>
                <a:ea typeface="+mn-ea"/>
                <a:cs typeface="+mn-cs"/>
              </a:rPr>
              <a:t>MVC</a:t>
            </a:r>
            <a:r>
              <a:rPr lang="zh-CN" altLang="en-US" sz="1200" kern="1200" dirty="0">
                <a:solidFill>
                  <a:schemeClr val="tx1"/>
                </a:solidFill>
                <a:effectLst/>
                <a:latin typeface="+mn-lt"/>
                <a:ea typeface="+mn-ea"/>
                <a:cs typeface="+mn-cs"/>
              </a:rPr>
              <a:t>的架构模式</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实现多层解耦</a:t>
            </a:r>
            <a:r>
              <a:rPr lang="en-US" altLang="zh-CN" sz="120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kern="1200" dirty="0">
                <a:solidFill>
                  <a:schemeClr val="tx1"/>
                </a:solidFill>
                <a:effectLst/>
                <a:latin typeface="+mn-lt"/>
                <a:ea typeface="+mn-ea"/>
                <a:cs typeface="+mn-cs"/>
              </a:rPr>
              <a:t>Model</a:t>
            </a:r>
            <a:r>
              <a:rPr lang="zh-CN" altLang="en-US" sz="1200" kern="1200" dirty="0">
                <a:solidFill>
                  <a:schemeClr val="tx1"/>
                </a:solidFill>
                <a:effectLst/>
                <a:latin typeface="+mn-lt"/>
                <a:ea typeface="+mn-ea"/>
                <a:cs typeface="+mn-cs"/>
              </a:rPr>
              <a:t>模型部分有持久层</a:t>
            </a:r>
            <a:r>
              <a:rPr lang="en-US" altLang="zh-CN" sz="1200" kern="1200" dirty="0" err="1">
                <a:solidFill>
                  <a:schemeClr val="tx1"/>
                </a:solidFill>
                <a:effectLst/>
                <a:latin typeface="+mn-lt"/>
                <a:ea typeface="+mn-ea"/>
                <a:cs typeface="+mn-cs"/>
              </a:rPr>
              <a:t>dao</a:t>
            </a:r>
            <a:r>
              <a:rPr lang="zh-CN" altLang="en-US" sz="1200" kern="1200" dirty="0">
                <a:solidFill>
                  <a:schemeClr val="tx1"/>
                </a:solidFill>
                <a:effectLst/>
                <a:latin typeface="+mn-lt"/>
                <a:ea typeface="+mn-ea"/>
                <a:cs typeface="+mn-cs"/>
              </a:rPr>
              <a:t>和实体层</a:t>
            </a:r>
            <a:r>
              <a:rPr lang="en-US" altLang="zh-CN" sz="1200" kern="1200" dirty="0">
                <a:solidFill>
                  <a:schemeClr val="tx1"/>
                </a:solidFill>
                <a:effectLst/>
                <a:latin typeface="+mn-lt"/>
                <a:ea typeface="+mn-ea"/>
                <a:cs typeface="+mn-cs"/>
              </a:rPr>
              <a:t>entity,</a:t>
            </a: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kern="1200" dirty="0">
                <a:solidFill>
                  <a:schemeClr val="tx1"/>
                </a:solidFill>
                <a:effectLst/>
                <a:latin typeface="+mn-lt"/>
                <a:ea typeface="+mn-ea"/>
                <a:cs typeface="+mn-cs"/>
              </a:rPr>
              <a:t>他们与数据库的连接，我们采用了自己手写的连接池，进行对连接对象的管理与对事务的简单控制。</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kern="1200" dirty="0">
                <a:solidFill>
                  <a:schemeClr val="tx1"/>
                </a:solidFill>
                <a:effectLst/>
                <a:latin typeface="+mn-lt"/>
                <a:ea typeface="+mn-ea"/>
                <a:cs typeface="+mn-cs"/>
              </a:rPr>
              <a:t>并且对于数据库</a:t>
            </a:r>
            <a:r>
              <a:rPr lang="en-US" altLang="zh-CN" sz="1200" kern="1200" dirty="0" err="1">
                <a:solidFill>
                  <a:schemeClr val="tx1"/>
                </a:solidFill>
                <a:effectLst/>
                <a:latin typeface="+mn-lt"/>
                <a:ea typeface="+mn-ea"/>
                <a:cs typeface="+mn-cs"/>
              </a:rPr>
              <a:t>Resultset</a:t>
            </a:r>
            <a:r>
              <a:rPr lang="zh-CN" altLang="en-US" sz="1200" kern="1200" dirty="0">
                <a:solidFill>
                  <a:schemeClr val="tx1"/>
                </a:solidFill>
                <a:effectLst/>
                <a:latin typeface="+mn-lt"/>
                <a:ea typeface="+mn-ea"/>
                <a:cs typeface="+mn-cs"/>
              </a:rPr>
              <a:t>进行解析封装，实现了类</a:t>
            </a:r>
            <a:r>
              <a:rPr lang="en-US" altLang="zh-CN" sz="1200" kern="1200" dirty="0" err="1">
                <a:solidFill>
                  <a:schemeClr val="tx1"/>
                </a:solidFill>
                <a:effectLst/>
                <a:latin typeface="+mn-lt"/>
                <a:ea typeface="+mn-ea"/>
                <a:cs typeface="+mn-cs"/>
              </a:rPr>
              <a:t>mybatis</a:t>
            </a:r>
            <a:r>
              <a:rPr lang="zh-CN" altLang="en-US" sz="1200" kern="1200" dirty="0">
                <a:solidFill>
                  <a:schemeClr val="tx1"/>
                </a:solidFill>
                <a:effectLst/>
                <a:latin typeface="+mn-lt"/>
                <a:ea typeface="+mn-ea"/>
                <a:cs typeface="+mn-cs"/>
              </a:rPr>
              <a:t>的半自动化框架</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便于数据库业务的实现与扩展</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kern="1200" dirty="0">
                <a:solidFill>
                  <a:schemeClr val="tx1"/>
                </a:solidFill>
                <a:effectLst/>
                <a:latin typeface="+mn-lt"/>
                <a:ea typeface="+mn-ea"/>
                <a:cs typeface="+mn-cs"/>
              </a:rPr>
              <a:t>Controller</a:t>
            </a:r>
            <a:r>
              <a:rPr lang="zh-CN" altLang="en-US" sz="1200" kern="1200" dirty="0">
                <a:solidFill>
                  <a:schemeClr val="tx1"/>
                </a:solidFill>
                <a:effectLst/>
                <a:latin typeface="+mn-lt"/>
                <a:ea typeface="+mn-ea"/>
                <a:cs typeface="+mn-cs"/>
              </a:rPr>
              <a:t>控制台部分，我们有</a:t>
            </a:r>
            <a:r>
              <a:rPr lang="en-US" altLang="zh-CN" sz="1200" kern="1200" dirty="0" err="1">
                <a:solidFill>
                  <a:schemeClr val="tx1"/>
                </a:solidFill>
                <a:effectLst/>
                <a:latin typeface="+mn-lt"/>
                <a:ea typeface="+mn-ea"/>
                <a:cs typeface="+mn-cs"/>
              </a:rPr>
              <a:t>controller,service,listener,filter</a:t>
            </a:r>
            <a:r>
              <a:rPr lang="zh-CN" altLang="en-US" sz="1200" kern="1200" dirty="0">
                <a:solidFill>
                  <a:schemeClr val="tx1"/>
                </a:solidFill>
                <a:effectLst/>
                <a:latin typeface="+mn-lt"/>
                <a:ea typeface="+mn-ea"/>
                <a:cs typeface="+mn-cs"/>
              </a:rPr>
              <a:t>等部分进行业务的具体实现，</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kern="1200" dirty="0">
                <a:solidFill>
                  <a:schemeClr val="tx1"/>
                </a:solidFill>
                <a:effectLst/>
                <a:latin typeface="+mn-lt"/>
                <a:ea typeface="+mn-ea"/>
                <a:cs typeface="+mn-cs"/>
              </a:rPr>
              <a:t>controller</a:t>
            </a:r>
            <a:r>
              <a:rPr lang="zh-CN" altLang="en-US" sz="1200" kern="1200" dirty="0">
                <a:solidFill>
                  <a:schemeClr val="tx1"/>
                </a:solidFill>
                <a:effectLst/>
                <a:latin typeface="+mn-lt"/>
                <a:ea typeface="+mn-ea"/>
                <a:cs typeface="+mn-cs"/>
              </a:rPr>
              <a:t>主要是实现和前端的数据交互</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kern="1200" dirty="0">
                <a:solidFill>
                  <a:schemeClr val="tx1"/>
                </a:solidFill>
                <a:effectLst/>
                <a:latin typeface="+mn-lt"/>
                <a:ea typeface="+mn-ea"/>
                <a:cs typeface="+mn-cs"/>
              </a:rPr>
              <a:t>service</a:t>
            </a:r>
            <a:r>
              <a:rPr lang="zh-CN" altLang="en-US" sz="1200" kern="1200" dirty="0">
                <a:solidFill>
                  <a:schemeClr val="tx1"/>
                </a:solidFill>
                <a:effectLst/>
                <a:latin typeface="+mn-lt"/>
                <a:ea typeface="+mn-ea"/>
                <a:cs typeface="+mn-cs"/>
              </a:rPr>
              <a:t>用来实现基本的业务逻辑</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kern="1200" dirty="0">
                <a:solidFill>
                  <a:schemeClr val="tx1"/>
                </a:solidFill>
                <a:effectLst/>
                <a:latin typeface="+mn-lt"/>
                <a:ea typeface="+mn-ea"/>
                <a:cs typeface="+mn-cs"/>
              </a:rPr>
              <a:t>listener</a:t>
            </a:r>
            <a:r>
              <a:rPr lang="zh-CN" altLang="en-US" sz="1200" kern="1200" dirty="0">
                <a:solidFill>
                  <a:schemeClr val="tx1"/>
                </a:solidFill>
                <a:effectLst/>
                <a:latin typeface="+mn-lt"/>
                <a:ea typeface="+mn-ea"/>
                <a:cs typeface="+mn-cs"/>
              </a:rPr>
              <a:t>用来进行服务器的初始化，重复登陆验证，和定时器任务的管理</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kern="1200" dirty="0">
                <a:solidFill>
                  <a:schemeClr val="tx1"/>
                </a:solidFill>
                <a:effectLst/>
                <a:latin typeface="+mn-lt"/>
                <a:ea typeface="+mn-ea"/>
                <a:cs typeface="+mn-cs"/>
              </a:rPr>
              <a:t>filter</a:t>
            </a:r>
            <a:r>
              <a:rPr lang="zh-CN" altLang="en-US" sz="1200" kern="1200" dirty="0">
                <a:solidFill>
                  <a:schemeClr val="tx1"/>
                </a:solidFill>
                <a:effectLst/>
                <a:latin typeface="+mn-lt"/>
                <a:ea typeface="+mn-ea"/>
                <a:cs typeface="+mn-cs"/>
              </a:rPr>
              <a:t>进行过滤文件和过滤请求，通过</a:t>
            </a:r>
            <a:r>
              <a:rPr lang="en-US" altLang="zh-CN" sz="1200" kern="1200" dirty="0">
                <a:solidFill>
                  <a:schemeClr val="tx1"/>
                </a:solidFill>
                <a:effectLst/>
                <a:latin typeface="+mn-lt"/>
                <a:ea typeface="+mn-ea"/>
                <a:cs typeface="+mn-cs"/>
              </a:rPr>
              <a:t>JSON</a:t>
            </a:r>
            <a:r>
              <a:rPr lang="zh-CN" altLang="en-US" sz="1200" kern="1200" dirty="0">
                <a:solidFill>
                  <a:schemeClr val="tx1"/>
                </a:solidFill>
                <a:effectLst/>
                <a:latin typeface="+mn-lt"/>
                <a:ea typeface="+mn-ea"/>
                <a:cs typeface="+mn-cs"/>
              </a:rPr>
              <a:t>文件存储白名单黑名单等进行配置</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kern="1200" dirty="0">
                <a:solidFill>
                  <a:schemeClr val="tx1"/>
                </a:solidFill>
                <a:effectLst/>
                <a:latin typeface="+mn-lt"/>
                <a:ea typeface="+mn-ea"/>
                <a:cs typeface="+mn-cs"/>
              </a:rPr>
              <a:t>运用持久化</a:t>
            </a:r>
            <a:r>
              <a:rPr lang="en-US" altLang="zh-CN" sz="1200" kern="1200" dirty="0">
                <a:solidFill>
                  <a:schemeClr val="tx1"/>
                </a:solidFill>
                <a:effectLst/>
                <a:latin typeface="+mn-lt"/>
                <a:ea typeface="+mn-ea"/>
                <a:cs typeface="+mn-cs"/>
              </a:rPr>
              <a:t>Map</a:t>
            </a:r>
            <a:r>
              <a:rPr lang="zh-CN" altLang="en-US" sz="1200" kern="1200" dirty="0">
                <a:solidFill>
                  <a:schemeClr val="tx1"/>
                </a:solidFill>
                <a:effectLst/>
                <a:latin typeface="+mn-lt"/>
                <a:ea typeface="+mn-ea"/>
                <a:cs typeface="+mn-cs"/>
              </a:rPr>
              <a:t>存放点赞</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关注和粉丝，减轻数据库的负担</a:t>
            </a: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kern="1200" dirty="0">
                <a:solidFill>
                  <a:schemeClr val="tx1"/>
                </a:solidFill>
                <a:effectLst/>
                <a:latin typeface="+mn-lt"/>
                <a:ea typeface="+mn-ea"/>
                <a:cs typeface="+mn-cs"/>
              </a:rPr>
              <a:t>最后是</a:t>
            </a:r>
            <a:r>
              <a:rPr lang="en-US" altLang="zh-CN" sz="1200" kern="1200" dirty="0">
                <a:solidFill>
                  <a:schemeClr val="tx1"/>
                </a:solidFill>
                <a:effectLst/>
                <a:latin typeface="+mn-lt"/>
                <a:ea typeface="+mn-ea"/>
                <a:cs typeface="+mn-cs"/>
              </a:rPr>
              <a:t>View</a:t>
            </a:r>
            <a:r>
              <a:rPr lang="zh-CN" altLang="en-US" sz="1200" kern="1200" dirty="0">
                <a:solidFill>
                  <a:schemeClr val="tx1"/>
                </a:solidFill>
                <a:effectLst/>
                <a:latin typeface="+mn-lt"/>
                <a:ea typeface="+mn-ea"/>
                <a:cs typeface="+mn-cs"/>
              </a:rPr>
              <a:t>也就是前端视图部分</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我们利用</a:t>
            </a:r>
            <a:r>
              <a:rPr lang="en-US" altLang="zh-CN" sz="1200" kern="1200" dirty="0">
                <a:solidFill>
                  <a:schemeClr val="tx1"/>
                </a:solidFill>
                <a:effectLst/>
                <a:latin typeface="+mn-lt"/>
                <a:ea typeface="+mn-ea"/>
                <a:cs typeface="+mn-cs"/>
              </a:rPr>
              <a:t>jQuery</a:t>
            </a:r>
            <a:r>
              <a:rPr lang="zh-CN" altLang="en-US" sz="1200" kern="1200" dirty="0">
                <a:solidFill>
                  <a:schemeClr val="tx1"/>
                </a:solidFill>
                <a:effectLst/>
                <a:latin typeface="+mn-lt"/>
                <a:ea typeface="+mn-ea"/>
                <a:cs typeface="+mn-cs"/>
              </a:rPr>
              <a:t>来进行前端页面</a:t>
            </a:r>
            <a:r>
              <a:rPr lang="en-US" altLang="zh-CN" sz="1200" kern="1200" dirty="0" err="1">
                <a:solidFill>
                  <a:schemeClr val="tx1"/>
                </a:solidFill>
                <a:effectLst/>
                <a:latin typeface="+mn-lt"/>
                <a:ea typeface="+mn-ea"/>
                <a:cs typeface="+mn-cs"/>
              </a:rPr>
              <a:t>js</a:t>
            </a:r>
            <a:r>
              <a:rPr lang="zh-CN" altLang="en-US" sz="1200" kern="1200" dirty="0">
                <a:solidFill>
                  <a:schemeClr val="tx1"/>
                </a:solidFill>
                <a:effectLst/>
                <a:latin typeface="+mn-lt"/>
                <a:ea typeface="+mn-ea"/>
                <a:cs typeface="+mn-cs"/>
              </a:rPr>
              <a:t>书写</a:t>
            </a:r>
            <a:r>
              <a:rPr lang="en-US" altLang="zh-CN" sz="1200" kern="1200" dirty="0">
                <a:solidFill>
                  <a:schemeClr val="tx1"/>
                </a:solidFill>
                <a:effectLst/>
                <a:latin typeface="+mn-lt"/>
                <a:ea typeface="+mn-ea"/>
                <a:cs typeface="+mn-cs"/>
              </a:rPr>
              <a:t>,ajax</a:t>
            </a:r>
            <a:r>
              <a:rPr lang="zh-CN" altLang="en-US" sz="1200" kern="1200" dirty="0">
                <a:solidFill>
                  <a:schemeClr val="tx1"/>
                </a:solidFill>
                <a:effectLst/>
                <a:latin typeface="+mn-lt"/>
                <a:ea typeface="+mn-ea"/>
                <a:cs typeface="+mn-cs"/>
              </a:rPr>
              <a:t>来进行前后端的数据交互，对</a:t>
            </a:r>
            <a:r>
              <a:rPr lang="en-US" altLang="zh-CN" sz="1200" kern="1200" dirty="0" err="1">
                <a:solidFill>
                  <a:schemeClr val="tx1"/>
                </a:solidFill>
                <a:effectLst/>
                <a:latin typeface="+mn-lt"/>
                <a:ea typeface="+mn-ea"/>
                <a:cs typeface="+mn-cs"/>
              </a:rPr>
              <a:t>dom</a:t>
            </a:r>
            <a:r>
              <a:rPr lang="zh-CN" altLang="en-US" sz="1200" kern="1200" dirty="0">
                <a:solidFill>
                  <a:schemeClr val="tx1"/>
                </a:solidFill>
                <a:effectLst/>
                <a:latin typeface="+mn-lt"/>
                <a:ea typeface="+mn-ea"/>
                <a:cs typeface="+mn-cs"/>
              </a:rPr>
              <a:t>对象进行处理，菜谱的上传</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修改，展示等方面</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因为涉及到了图片和排版</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 我们采用的是</a:t>
            </a:r>
            <a:r>
              <a:rPr lang="en-US" altLang="zh-CN" sz="1200" kern="1200" dirty="0" err="1">
                <a:solidFill>
                  <a:schemeClr val="tx1"/>
                </a:solidFill>
                <a:effectLst/>
                <a:latin typeface="+mn-lt"/>
                <a:ea typeface="+mn-ea"/>
                <a:cs typeface="+mn-cs"/>
              </a:rPr>
              <a:t>Ueditor</a:t>
            </a:r>
            <a:r>
              <a:rPr lang="zh-CN" altLang="en-US" sz="1200" kern="1200" dirty="0">
                <a:solidFill>
                  <a:schemeClr val="tx1"/>
                </a:solidFill>
                <a:effectLst/>
                <a:latin typeface="+mn-lt"/>
                <a:ea typeface="+mn-ea"/>
                <a:cs typeface="+mn-cs"/>
              </a:rPr>
              <a:t>富文本编辑器。</a:t>
            </a:r>
            <a:endParaRPr lang="zh-CN"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除此之外，我们在很多地方进行了进一步的优化和封装。</a:t>
            </a:r>
            <a:endParaRPr lang="en-US" altLang="zh-CN" dirty="0"/>
          </a:p>
          <a:p>
            <a:r>
              <a:rPr lang="zh-CN" altLang="en-US" dirty="0"/>
              <a:t>首先，在处理异常方面，我们使用断言工具类用于我们手写的</a:t>
            </a:r>
            <a:r>
              <a:rPr lang="en-US" altLang="zh-CN" dirty="0" err="1"/>
              <a:t>Mybatis</a:t>
            </a:r>
            <a:r>
              <a:rPr lang="zh-CN" altLang="en-US" dirty="0"/>
              <a:t>解析的异常处理，</a:t>
            </a:r>
            <a:endParaRPr lang="en-US" altLang="zh-CN" dirty="0"/>
          </a:p>
          <a:p>
            <a:r>
              <a:rPr lang="zh-CN" altLang="en-US" dirty="0"/>
              <a:t>并且使用自定义枚举异常进行异常的判断，规范化异常的处理，避免魔法值的出现。</a:t>
            </a:r>
            <a:endParaRPr lang="en-US" altLang="zh-CN" dirty="0"/>
          </a:p>
          <a:p>
            <a:r>
              <a:rPr lang="zh-CN" altLang="en-US" dirty="0"/>
              <a:t>在数据安全加密方面，我们使用</a:t>
            </a:r>
            <a:r>
              <a:rPr lang="en-US" altLang="zh-CN" dirty="0"/>
              <a:t>MD5</a:t>
            </a:r>
            <a:r>
              <a:rPr lang="zh-CN" altLang="en-US" dirty="0"/>
              <a:t>进行密码的加密，以及使用</a:t>
            </a:r>
            <a:r>
              <a:rPr lang="en-US" altLang="zh-CN" dirty="0" err="1"/>
              <a:t>uuid</a:t>
            </a:r>
            <a:r>
              <a:rPr lang="zh-CN" altLang="en-US" dirty="0"/>
              <a:t>进行所有</a:t>
            </a:r>
            <a:r>
              <a:rPr lang="en-US" altLang="zh-CN" dirty="0"/>
              <a:t>id</a:t>
            </a:r>
            <a:r>
              <a:rPr lang="zh-CN" altLang="en-US" dirty="0"/>
              <a:t>的生成，防止注入式攻击</a:t>
            </a:r>
            <a:endParaRPr lang="en-US" altLang="zh-CN" dirty="0"/>
          </a:p>
          <a:p>
            <a:r>
              <a:rPr lang="zh-CN" altLang="en-US" dirty="0"/>
              <a:t>在数据解析方面，我们书写了自动封装工具类，将前端</a:t>
            </a:r>
            <a:r>
              <a:rPr lang="en-US" altLang="zh-CN" dirty="0"/>
              <a:t>request</a:t>
            </a:r>
            <a:r>
              <a:rPr lang="zh-CN" altLang="en-US" dirty="0"/>
              <a:t>请求中的参数封装进一个或多个</a:t>
            </a:r>
            <a:r>
              <a:rPr lang="en-US" altLang="zh-CN" dirty="0"/>
              <a:t>bean</a:t>
            </a:r>
            <a:r>
              <a:rPr lang="zh-CN" altLang="en-US" dirty="0"/>
              <a:t>中，简化信息的获取，我们还书写了关于</a:t>
            </a:r>
            <a:r>
              <a:rPr lang="en-US" altLang="zh-CN" dirty="0"/>
              <a:t>JSON</a:t>
            </a:r>
            <a:r>
              <a:rPr lang="zh-CN" altLang="en-US" dirty="0"/>
              <a:t>对象，图片对象的处理工具类，简化了</a:t>
            </a:r>
            <a:r>
              <a:rPr lang="en-US" altLang="zh-CN" dirty="0"/>
              <a:t>JSON</a:t>
            </a:r>
            <a:r>
              <a:rPr lang="zh-CN" altLang="en-US" dirty="0"/>
              <a:t>对象的响应返回，进行对</a:t>
            </a:r>
            <a:r>
              <a:rPr lang="en-US" altLang="zh-CN" dirty="0"/>
              <a:t>JSON</a:t>
            </a:r>
            <a:r>
              <a:rPr lang="zh-CN" altLang="en-US" dirty="0"/>
              <a:t>文件的解析，还有针对富文本的图片的存储，压缩与回显</a:t>
            </a:r>
            <a:r>
              <a:rPr lang="en-US" altLang="zh-CN" dirty="0" err="1"/>
              <a:t>thumbnailator</a:t>
            </a:r>
            <a:r>
              <a:rPr lang="zh-CN" altLang="en-US" dirty="0"/>
              <a:t>的封装工具类。</a:t>
            </a:r>
            <a:endParaRPr lang="en-US" altLang="zh-CN" dirty="0"/>
          </a:p>
          <a:p>
            <a:r>
              <a:rPr lang="zh-CN" altLang="en-US" dirty="0"/>
              <a:t>在数据传输方面，我们用自定义的</a:t>
            </a:r>
            <a:r>
              <a:rPr lang="en-US" altLang="zh-CN" dirty="0" err="1"/>
              <a:t>ResultEntity</a:t>
            </a:r>
            <a:r>
              <a:rPr lang="zh-CN" altLang="en-US" dirty="0"/>
              <a:t>类统一响应对象类型，通过</a:t>
            </a:r>
            <a:r>
              <a:rPr lang="en-US" altLang="zh-CN" dirty="0"/>
              <a:t>result</a:t>
            </a:r>
            <a:r>
              <a:rPr lang="zh-CN" altLang="en-US" dirty="0"/>
              <a:t>属性判断操作成功与否，通过</a:t>
            </a:r>
            <a:r>
              <a:rPr lang="en-US" altLang="zh-CN" dirty="0"/>
              <a:t>msg</a:t>
            </a:r>
            <a:r>
              <a:rPr lang="zh-CN" altLang="en-US" dirty="0"/>
              <a:t>传递枚举的结果提示，以及便利我们进行单个对象，</a:t>
            </a:r>
            <a:r>
              <a:rPr lang="en-US" altLang="zh-CN" dirty="0"/>
              <a:t>list</a:t>
            </a:r>
            <a:r>
              <a:rPr lang="zh-CN" altLang="en-US" dirty="0"/>
              <a:t>，</a:t>
            </a:r>
            <a:r>
              <a:rPr lang="en-US" altLang="zh-CN" dirty="0"/>
              <a:t>page</a:t>
            </a:r>
            <a:r>
              <a:rPr lang="zh-CN" altLang="en-US" dirty="0"/>
              <a:t>等的传输，可以在一次响应中提供更多的数据。其中</a:t>
            </a:r>
            <a:r>
              <a:rPr lang="en-US" altLang="zh-CN" dirty="0"/>
              <a:t>page</a:t>
            </a:r>
            <a:r>
              <a:rPr lang="zh-CN" altLang="en-US" dirty="0"/>
              <a:t>是我们自己封装的分页工具类，提供当前页，每页条数，总条数，总页数等的属性，提供计算方法，实现通过提供当前页和每页数据个数以及其他的筛选条件，与我们自写的</a:t>
            </a:r>
            <a:r>
              <a:rPr lang="en-US" altLang="zh-CN" dirty="0" err="1"/>
              <a:t>myBatis</a:t>
            </a:r>
            <a:r>
              <a:rPr lang="zh-CN" altLang="en-US" dirty="0"/>
              <a:t>的</a:t>
            </a:r>
            <a:r>
              <a:rPr lang="en-US" altLang="zh-CN" dirty="0"/>
              <a:t>xml</a:t>
            </a:r>
            <a:r>
              <a:rPr lang="zh-CN" altLang="en-US" dirty="0"/>
              <a:t>语句相结合，实现后端对数据库使用</a:t>
            </a:r>
            <a:r>
              <a:rPr lang="en-US" altLang="zh-CN" dirty="0"/>
              <a:t>limit</a:t>
            </a:r>
            <a:r>
              <a:rPr lang="zh-CN" altLang="en-US" dirty="0"/>
              <a:t>分页，为多次使用的分页展示功能提供基础。</a:t>
            </a:r>
            <a:endParaRPr lang="en-US" altLang="zh-CN" dirty="0"/>
          </a:p>
          <a:p>
            <a:r>
              <a:rPr lang="zh-CN" altLang="en-US" dirty="0"/>
              <a:t>除此之外，我们还对数据库进行优化，通过规范</a:t>
            </a:r>
            <a:r>
              <a:rPr lang="en-US" altLang="zh-CN" dirty="0" err="1"/>
              <a:t>sql</a:t>
            </a:r>
            <a:r>
              <a:rPr lang="zh-CN" altLang="en-US" dirty="0"/>
              <a:t>语句，来尽量避免全表查询，通过设置索引，不设外键，逻辑删除数据等方式减轻数据库负担，提高查询效率。对于删除任务，我们使用定时任务进行物理删除。</a:t>
            </a:r>
            <a:endParaRPr lang="en-US" altLang="zh-CN" dirty="0"/>
          </a:p>
          <a:p>
            <a:r>
              <a:rPr lang="zh-CN" altLang="en-US" dirty="0"/>
              <a:t>除此之外，为了减少服务器负担，增强用户体验，前端还进行了防抖和预加载的处理，后端用流式运算去重提高效率，用更少的代码实现更多的功能，比如说我们的多条件排序查询只使用了</a:t>
            </a:r>
            <a:r>
              <a:rPr lang="en-US" altLang="zh-CN" dirty="0"/>
              <a:t>2</a:t>
            </a:r>
            <a:r>
              <a:rPr lang="zh-CN" altLang="en-US" dirty="0"/>
              <a:t>个</a:t>
            </a:r>
            <a:r>
              <a:rPr lang="en-US" altLang="zh-CN" dirty="0" err="1"/>
              <a:t>sql</a:t>
            </a:r>
            <a:r>
              <a:rPr lang="zh-CN" altLang="en-US" dirty="0"/>
              <a:t>语句完成两个或三个条件的多表查询。</a:t>
            </a:r>
            <a:endParaRPr lang="en-US" altLang="zh-CN" dirty="0"/>
          </a:p>
          <a:p>
            <a:r>
              <a:rPr lang="zh-CN" altLang="en-US" dirty="0"/>
              <a:t>介绍了这么多，下面有请我们项目组成员进行功能的展示以及具体的讲解。</a:t>
            </a:r>
            <a:endParaRPr lang="en-US" altLang="zh-CN" dirty="0"/>
          </a:p>
          <a:p>
            <a:endParaRPr lang="en-US" altLang="zh-CN"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12</a:t>
            </a:fld>
            <a:endParaRPr lang="zh-CN" altLang="en-US"/>
          </a:p>
        </p:txBody>
      </p:sp>
    </p:spTree>
    <p:extLst>
      <p:ext uri="{BB962C8B-B14F-4D97-AF65-F5344CB8AC3E}">
        <p14:creationId xmlns:p14="http://schemas.microsoft.com/office/powerpoint/2010/main" val="9753872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bg>
      <p:bgPr>
        <a:solidFill>
          <a:srgbClr val="C9271D"/>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9524" y="-6608"/>
            <a:ext cx="12182476" cy="6864608"/>
          </a:xfrm>
          <a:prstGeom prst="rect">
            <a:avLst/>
          </a:prstGeom>
        </p:spPr>
      </p:pic>
      <p:sp>
        <p:nvSpPr>
          <p:cNvPr id="45" name="Rectangle 21_1"/>
          <p:cNvSpPr/>
          <p:nvPr userDrawn="1"/>
        </p:nvSpPr>
        <p:spPr>
          <a:xfrm>
            <a:off x="0" y="0"/>
            <a:ext cx="12192000" cy="6858000"/>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02" name="标题 1"/>
          <p:cNvSpPr>
            <a:spLocks noGrp="1"/>
          </p:cNvSpPr>
          <p:nvPr userDrawn="1">
            <p:ph type="ctrTitle"/>
          </p:nvPr>
        </p:nvSpPr>
        <p:spPr>
          <a:xfrm>
            <a:off x="2929180" y="2123269"/>
            <a:ext cx="6369803" cy="1369275"/>
          </a:xfrm>
        </p:spPr>
        <p:txBody>
          <a:bodyPr anchor="ctr">
            <a:normAutofit/>
          </a:bodyPr>
          <a:lstStyle>
            <a:lvl1pPr algn="ctr">
              <a:defRPr sz="4000">
                <a:solidFill>
                  <a:schemeClr val="bg1"/>
                </a:solidFill>
              </a:defRPr>
            </a:lvl1pPr>
          </a:lstStyle>
          <a:p>
            <a:r>
              <a:rPr lang="en-US" dirty="0"/>
              <a:t>Click to edit Master title style</a:t>
            </a:r>
            <a:endParaRPr lang="zh-CN" altLang="en-US" dirty="0"/>
          </a:p>
        </p:txBody>
      </p:sp>
      <p:sp>
        <p:nvSpPr>
          <p:cNvPr id="9801" name="副标题 2"/>
          <p:cNvSpPr>
            <a:spLocks noGrp="1"/>
          </p:cNvSpPr>
          <p:nvPr userDrawn="1">
            <p:ph type="subTitle" idx="1"/>
          </p:nvPr>
        </p:nvSpPr>
        <p:spPr>
          <a:xfrm>
            <a:off x="2931722" y="3583025"/>
            <a:ext cx="6328555" cy="558799"/>
          </a:xfrm>
        </p:spPr>
        <p:txBody>
          <a:bodyPr anchor="ct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2" name="文本占位符 13"/>
          <p:cNvSpPr>
            <a:spLocks noGrp="1"/>
          </p:cNvSpPr>
          <p:nvPr userDrawn="1">
            <p:ph type="body" sz="quarter" idx="10" hasCustomPrompt="1"/>
          </p:nvPr>
        </p:nvSpPr>
        <p:spPr>
          <a:xfrm>
            <a:off x="4138047" y="4981494"/>
            <a:ext cx="6328555"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sp>
        <p:nvSpPr>
          <p:cNvPr id="13" name="文本占位符 13"/>
          <p:cNvSpPr>
            <a:spLocks noGrp="1"/>
          </p:cNvSpPr>
          <p:nvPr userDrawn="1">
            <p:ph type="body" sz="quarter" idx="11" hasCustomPrompt="1"/>
          </p:nvPr>
        </p:nvSpPr>
        <p:spPr>
          <a:xfrm>
            <a:off x="4138047" y="5277765"/>
            <a:ext cx="6328555"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grpSp>
        <p:nvGrpSpPr>
          <p:cNvPr id="54" name="组合 53"/>
          <p:cNvGrpSpPr/>
          <p:nvPr userDrawn="1"/>
        </p:nvGrpSpPr>
        <p:grpSpPr>
          <a:xfrm>
            <a:off x="2593975" y="1243013"/>
            <a:ext cx="6689510" cy="3462213"/>
            <a:chOff x="2593975" y="1243013"/>
            <a:chExt cx="6689510" cy="3462213"/>
          </a:xfrm>
        </p:grpSpPr>
        <p:sp>
          <p:nvSpPr>
            <p:cNvPr id="47" name="Freeform 36"/>
            <p:cNvSpPr/>
            <p:nvPr userDrawn="1"/>
          </p:nvSpPr>
          <p:spPr bwMode="auto">
            <a:xfrm>
              <a:off x="2593975" y="1243013"/>
              <a:ext cx="606425" cy="962025"/>
            </a:xfrm>
            <a:custGeom>
              <a:avLst/>
              <a:gdLst>
                <a:gd name="T0" fmla="*/ 40 w 82"/>
                <a:gd name="T1" fmla="*/ 0 h 130"/>
                <a:gd name="T2" fmla="*/ 69 w 82"/>
                <a:gd name="T3" fmla="*/ 14 h 130"/>
                <a:gd name="T4" fmla="*/ 79 w 82"/>
                <a:gd name="T5" fmla="*/ 29 h 130"/>
                <a:gd name="T6" fmla="*/ 82 w 82"/>
                <a:gd name="T7" fmla="*/ 47 h 130"/>
                <a:gd name="T8" fmla="*/ 70 w 82"/>
                <a:gd name="T9" fmla="*/ 85 h 130"/>
                <a:gd name="T10" fmla="*/ 36 w 82"/>
                <a:gd name="T11" fmla="*/ 118 h 130"/>
                <a:gd name="T12" fmla="*/ 9 w 82"/>
                <a:gd name="T13" fmla="*/ 130 h 130"/>
                <a:gd name="T14" fmla="*/ 2 w 82"/>
                <a:gd name="T15" fmla="*/ 127 h 130"/>
                <a:gd name="T16" fmla="*/ 0 w 82"/>
                <a:gd name="T17" fmla="*/ 121 h 130"/>
                <a:gd name="T18" fmla="*/ 7 w 82"/>
                <a:gd name="T19" fmla="*/ 111 h 130"/>
                <a:gd name="T20" fmla="*/ 34 w 82"/>
                <a:gd name="T21" fmla="*/ 92 h 130"/>
                <a:gd name="T22" fmla="*/ 42 w 82"/>
                <a:gd name="T23" fmla="*/ 80 h 130"/>
                <a:gd name="T24" fmla="*/ 36 w 82"/>
                <a:gd name="T25" fmla="*/ 75 h 130"/>
                <a:gd name="T26" fmla="*/ 33 w 82"/>
                <a:gd name="T27" fmla="*/ 75 h 130"/>
                <a:gd name="T28" fmla="*/ 30 w 82"/>
                <a:gd name="T29" fmla="*/ 75 h 130"/>
                <a:gd name="T30" fmla="*/ 9 w 82"/>
                <a:gd name="T31" fmla="*/ 62 h 130"/>
                <a:gd name="T32" fmla="*/ 1 w 82"/>
                <a:gd name="T33" fmla="*/ 38 h 130"/>
                <a:gd name="T34" fmla="*/ 11 w 82"/>
                <a:gd name="T35" fmla="*/ 12 h 130"/>
                <a:gd name="T36" fmla="*/ 40 w 82"/>
                <a:gd name="T37" fmla="*/ 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2" h="130">
                  <a:moveTo>
                    <a:pt x="40" y="0"/>
                  </a:moveTo>
                  <a:cubicBezTo>
                    <a:pt x="52" y="0"/>
                    <a:pt x="61" y="5"/>
                    <a:pt x="69" y="14"/>
                  </a:cubicBezTo>
                  <a:cubicBezTo>
                    <a:pt x="73" y="18"/>
                    <a:pt x="76" y="23"/>
                    <a:pt x="79" y="29"/>
                  </a:cubicBezTo>
                  <a:cubicBezTo>
                    <a:pt x="81" y="35"/>
                    <a:pt x="82" y="41"/>
                    <a:pt x="82" y="47"/>
                  </a:cubicBezTo>
                  <a:cubicBezTo>
                    <a:pt x="82" y="59"/>
                    <a:pt x="78" y="72"/>
                    <a:pt x="70" y="85"/>
                  </a:cubicBezTo>
                  <a:cubicBezTo>
                    <a:pt x="61" y="98"/>
                    <a:pt x="50" y="109"/>
                    <a:pt x="36" y="118"/>
                  </a:cubicBezTo>
                  <a:cubicBezTo>
                    <a:pt x="25" y="126"/>
                    <a:pt x="15" y="130"/>
                    <a:pt x="9" y="130"/>
                  </a:cubicBezTo>
                  <a:cubicBezTo>
                    <a:pt x="6" y="130"/>
                    <a:pt x="4" y="129"/>
                    <a:pt x="2" y="127"/>
                  </a:cubicBezTo>
                  <a:cubicBezTo>
                    <a:pt x="0" y="126"/>
                    <a:pt x="0" y="124"/>
                    <a:pt x="0" y="121"/>
                  </a:cubicBezTo>
                  <a:cubicBezTo>
                    <a:pt x="0" y="117"/>
                    <a:pt x="2" y="114"/>
                    <a:pt x="7" y="111"/>
                  </a:cubicBezTo>
                  <a:cubicBezTo>
                    <a:pt x="19" y="105"/>
                    <a:pt x="28" y="99"/>
                    <a:pt x="34" y="92"/>
                  </a:cubicBezTo>
                  <a:cubicBezTo>
                    <a:pt x="39" y="87"/>
                    <a:pt x="42" y="82"/>
                    <a:pt x="42" y="80"/>
                  </a:cubicBezTo>
                  <a:cubicBezTo>
                    <a:pt x="42" y="77"/>
                    <a:pt x="40" y="76"/>
                    <a:pt x="36" y="75"/>
                  </a:cubicBezTo>
                  <a:cubicBezTo>
                    <a:pt x="33" y="75"/>
                    <a:pt x="33" y="75"/>
                    <a:pt x="33" y="75"/>
                  </a:cubicBezTo>
                  <a:cubicBezTo>
                    <a:pt x="30" y="75"/>
                    <a:pt x="30" y="75"/>
                    <a:pt x="30" y="75"/>
                  </a:cubicBezTo>
                  <a:cubicBezTo>
                    <a:pt x="22" y="73"/>
                    <a:pt x="15" y="69"/>
                    <a:pt x="9" y="62"/>
                  </a:cubicBezTo>
                  <a:cubicBezTo>
                    <a:pt x="4" y="56"/>
                    <a:pt x="1" y="48"/>
                    <a:pt x="1" y="38"/>
                  </a:cubicBezTo>
                  <a:cubicBezTo>
                    <a:pt x="1" y="28"/>
                    <a:pt x="4" y="20"/>
                    <a:pt x="11" y="12"/>
                  </a:cubicBezTo>
                  <a:cubicBezTo>
                    <a:pt x="19" y="4"/>
                    <a:pt x="28" y="0"/>
                    <a:pt x="40" y="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8" name="Freeform 37"/>
            <p:cNvSpPr/>
            <p:nvPr userDrawn="1"/>
          </p:nvSpPr>
          <p:spPr bwMode="auto">
            <a:xfrm>
              <a:off x="3295650" y="1243013"/>
              <a:ext cx="612775" cy="962025"/>
            </a:xfrm>
            <a:custGeom>
              <a:avLst/>
              <a:gdLst>
                <a:gd name="T0" fmla="*/ 41 w 83"/>
                <a:gd name="T1" fmla="*/ 0 h 130"/>
                <a:gd name="T2" fmla="*/ 70 w 83"/>
                <a:gd name="T3" fmla="*/ 14 h 130"/>
                <a:gd name="T4" fmla="*/ 80 w 83"/>
                <a:gd name="T5" fmla="*/ 29 h 130"/>
                <a:gd name="T6" fmla="*/ 83 w 83"/>
                <a:gd name="T7" fmla="*/ 47 h 130"/>
                <a:gd name="T8" fmla="*/ 71 w 83"/>
                <a:gd name="T9" fmla="*/ 85 h 130"/>
                <a:gd name="T10" fmla="*/ 37 w 83"/>
                <a:gd name="T11" fmla="*/ 118 h 130"/>
                <a:gd name="T12" fmla="*/ 10 w 83"/>
                <a:gd name="T13" fmla="*/ 130 h 130"/>
                <a:gd name="T14" fmla="*/ 3 w 83"/>
                <a:gd name="T15" fmla="*/ 127 h 130"/>
                <a:gd name="T16" fmla="*/ 0 w 83"/>
                <a:gd name="T17" fmla="*/ 121 h 130"/>
                <a:gd name="T18" fmla="*/ 8 w 83"/>
                <a:gd name="T19" fmla="*/ 111 h 130"/>
                <a:gd name="T20" fmla="*/ 35 w 83"/>
                <a:gd name="T21" fmla="*/ 92 h 130"/>
                <a:gd name="T22" fmla="*/ 43 w 83"/>
                <a:gd name="T23" fmla="*/ 80 h 130"/>
                <a:gd name="T24" fmla="*/ 37 w 83"/>
                <a:gd name="T25" fmla="*/ 75 h 130"/>
                <a:gd name="T26" fmla="*/ 34 w 83"/>
                <a:gd name="T27" fmla="*/ 75 h 130"/>
                <a:gd name="T28" fmla="*/ 31 w 83"/>
                <a:gd name="T29" fmla="*/ 75 h 130"/>
                <a:gd name="T30" fmla="*/ 10 w 83"/>
                <a:gd name="T31" fmla="*/ 62 h 130"/>
                <a:gd name="T32" fmla="*/ 2 w 83"/>
                <a:gd name="T33" fmla="*/ 38 h 130"/>
                <a:gd name="T34" fmla="*/ 12 w 83"/>
                <a:gd name="T35" fmla="*/ 12 h 130"/>
                <a:gd name="T36" fmla="*/ 41 w 83"/>
                <a:gd name="T37" fmla="*/ 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3" h="130">
                  <a:moveTo>
                    <a:pt x="41" y="0"/>
                  </a:moveTo>
                  <a:cubicBezTo>
                    <a:pt x="52" y="0"/>
                    <a:pt x="62" y="5"/>
                    <a:pt x="70" y="14"/>
                  </a:cubicBezTo>
                  <a:cubicBezTo>
                    <a:pt x="74" y="18"/>
                    <a:pt x="77" y="23"/>
                    <a:pt x="80" y="29"/>
                  </a:cubicBezTo>
                  <a:cubicBezTo>
                    <a:pt x="82" y="35"/>
                    <a:pt x="83" y="41"/>
                    <a:pt x="83" y="47"/>
                  </a:cubicBezTo>
                  <a:cubicBezTo>
                    <a:pt x="83" y="59"/>
                    <a:pt x="79" y="72"/>
                    <a:pt x="71" y="85"/>
                  </a:cubicBezTo>
                  <a:cubicBezTo>
                    <a:pt x="62" y="98"/>
                    <a:pt x="51" y="109"/>
                    <a:pt x="37" y="118"/>
                  </a:cubicBezTo>
                  <a:cubicBezTo>
                    <a:pt x="26" y="126"/>
                    <a:pt x="16" y="130"/>
                    <a:pt x="10" y="130"/>
                  </a:cubicBezTo>
                  <a:cubicBezTo>
                    <a:pt x="7" y="130"/>
                    <a:pt x="5" y="129"/>
                    <a:pt x="3" y="127"/>
                  </a:cubicBezTo>
                  <a:cubicBezTo>
                    <a:pt x="1" y="126"/>
                    <a:pt x="0" y="124"/>
                    <a:pt x="0" y="121"/>
                  </a:cubicBezTo>
                  <a:cubicBezTo>
                    <a:pt x="0" y="117"/>
                    <a:pt x="3" y="114"/>
                    <a:pt x="8" y="111"/>
                  </a:cubicBezTo>
                  <a:cubicBezTo>
                    <a:pt x="20" y="105"/>
                    <a:pt x="29" y="99"/>
                    <a:pt x="35" y="92"/>
                  </a:cubicBezTo>
                  <a:cubicBezTo>
                    <a:pt x="40" y="87"/>
                    <a:pt x="43" y="82"/>
                    <a:pt x="43" y="80"/>
                  </a:cubicBezTo>
                  <a:cubicBezTo>
                    <a:pt x="43" y="77"/>
                    <a:pt x="41" y="76"/>
                    <a:pt x="37" y="75"/>
                  </a:cubicBezTo>
                  <a:cubicBezTo>
                    <a:pt x="34" y="75"/>
                    <a:pt x="34" y="75"/>
                    <a:pt x="34" y="75"/>
                  </a:cubicBezTo>
                  <a:cubicBezTo>
                    <a:pt x="31" y="75"/>
                    <a:pt x="31" y="75"/>
                    <a:pt x="31" y="75"/>
                  </a:cubicBezTo>
                  <a:cubicBezTo>
                    <a:pt x="22" y="73"/>
                    <a:pt x="15" y="69"/>
                    <a:pt x="10" y="62"/>
                  </a:cubicBezTo>
                  <a:cubicBezTo>
                    <a:pt x="5" y="56"/>
                    <a:pt x="2" y="48"/>
                    <a:pt x="2" y="38"/>
                  </a:cubicBezTo>
                  <a:cubicBezTo>
                    <a:pt x="2" y="28"/>
                    <a:pt x="5" y="20"/>
                    <a:pt x="12" y="12"/>
                  </a:cubicBezTo>
                  <a:cubicBezTo>
                    <a:pt x="19" y="4"/>
                    <a:pt x="29" y="0"/>
                    <a:pt x="41" y="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9" name="Freeform 38"/>
            <p:cNvSpPr/>
            <p:nvPr userDrawn="1"/>
          </p:nvSpPr>
          <p:spPr bwMode="auto">
            <a:xfrm>
              <a:off x="4100513" y="1679575"/>
              <a:ext cx="4876800" cy="1974850"/>
            </a:xfrm>
            <a:custGeom>
              <a:avLst/>
              <a:gdLst>
                <a:gd name="T0" fmla="*/ 648 w 660"/>
                <a:gd name="T1" fmla="*/ 30 h 267"/>
                <a:gd name="T2" fmla="*/ 648 w 660"/>
                <a:gd name="T3" fmla="*/ 267 h 267"/>
                <a:gd name="T4" fmla="*/ 660 w 660"/>
                <a:gd name="T5" fmla="*/ 267 h 267"/>
                <a:gd name="T6" fmla="*/ 660 w 660"/>
                <a:gd name="T7" fmla="*/ 30 h 267"/>
                <a:gd name="T8" fmla="*/ 630 w 660"/>
                <a:gd name="T9" fmla="*/ 0 h 267"/>
                <a:gd name="T10" fmla="*/ 0 w 660"/>
                <a:gd name="T11" fmla="*/ 0 h 267"/>
                <a:gd name="T12" fmla="*/ 0 w 660"/>
                <a:gd name="T13" fmla="*/ 12 h 267"/>
                <a:gd name="T14" fmla="*/ 630 w 660"/>
                <a:gd name="T15" fmla="*/ 12 h 267"/>
                <a:gd name="T16" fmla="*/ 648 w 660"/>
                <a:gd name="T17" fmla="*/ 30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0" h="267">
                  <a:moveTo>
                    <a:pt x="648" y="30"/>
                  </a:moveTo>
                  <a:cubicBezTo>
                    <a:pt x="648" y="267"/>
                    <a:pt x="648" y="267"/>
                    <a:pt x="648" y="267"/>
                  </a:cubicBezTo>
                  <a:cubicBezTo>
                    <a:pt x="660" y="267"/>
                    <a:pt x="660" y="267"/>
                    <a:pt x="660" y="267"/>
                  </a:cubicBezTo>
                  <a:cubicBezTo>
                    <a:pt x="660" y="30"/>
                    <a:pt x="660" y="30"/>
                    <a:pt x="660" y="30"/>
                  </a:cubicBezTo>
                  <a:cubicBezTo>
                    <a:pt x="660" y="13"/>
                    <a:pt x="647" y="0"/>
                    <a:pt x="630" y="0"/>
                  </a:cubicBezTo>
                  <a:cubicBezTo>
                    <a:pt x="0" y="0"/>
                    <a:pt x="0" y="0"/>
                    <a:pt x="0" y="0"/>
                  </a:cubicBezTo>
                  <a:cubicBezTo>
                    <a:pt x="0" y="12"/>
                    <a:pt x="0" y="12"/>
                    <a:pt x="0" y="12"/>
                  </a:cubicBezTo>
                  <a:cubicBezTo>
                    <a:pt x="630" y="12"/>
                    <a:pt x="630" y="12"/>
                    <a:pt x="630" y="12"/>
                  </a:cubicBezTo>
                  <a:cubicBezTo>
                    <a:pt x="640" y="12"/>
                    <a:pt x="648" y="20"/>
                    <a:pt x="648" y="3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0" name="Freeform 39"/>
            <p:cNvSpPr/>
            <p:nvPr userDrawn="1"/>
          </p:nvSpPr>
          <p:spPr bwMode="auto">
            <a:xfrm>
              <a:off x="3206750" y="2574925"/>
              <a:ext cx="4876800" cy="1974850"/>
            </a:xfrm>
            <a:custGeom>
              <a:avLst/>
              <a:gdLst>
                <a:gd name="T0" fmla="*/ 660 w 660"/>
                <a:gd name="T1" fmla="*/ 255 h 267"/>
                <a:gd name="T2" fmla="*/ 30 w 660"/>
                <a:gd name="T3" fmla="*/ 255 h 267"/>
                <a:gd name="T4" fmla="*/ 12 w 660"/>
                <a:gd name="T5" fmla="*/ 237 h 267"/>
                <a:gd name="T6" fmla="*/ 12 w 660"/>
                <a:gd name="T7" fmla="*/ 0 h 267"/>
                <a:gd name="T8" fmla="*/ 0 w 660"/>
                <a:gd name="T9" fmla="*/ 0 h 267"/>
                <a:gd name="T10" fmla="*/ 0 w 660"/>
                <a:gd name="T11" fmla="*/ 237 h 267"/>
                <a:gd name="T12" fmla="*/ 30 w 660"/>
                <a:gd name="T13" fmla="*/ 267 h 267"/>
                <a:gd name="T14" fmla="*/ 660 w 660"/>
                <a:gd name="T15" fmla="*/ 267 h 267"/>
                <a:gd name="T16" fmla="*/ 660 w 660"/>
                <a:gd name="T17" fmla="*/ 255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0" h="267">
                  <a:moveTo>
                    <a:pt x="660" y="255"/>
                  </a:moveTo>
                  <a:cubicBezTo>
                    <a:pt x="30" y="255"/>
                    <a:pt x="30" y="255"/>
                    <a:pt x="30" y="255"/>
                  </a:cubicBezTo>
                  <a:cubicBezTo>
                    <a:pt x="20" y="255"/>
                    <a:pt x="12" y="247"/>
                    <a:pt x="12" y="237"/>
                  </a:cubicBezTo>
                  <a:cubicBezTo>
                    <a:pt x="12" y="0"/>
                    <a:pt x="12" y="0"/>
                    <a:pt x="12" y="0"/>
                  </a:cubicBezTo>
                  <a:cubicBezTo>
                    <a:pt x="0" y="0"/>
                    <a:pt x="0" y="0"/>
                    <a:pt x="0" y="0"/>
                  </a:cubicBezTo>
                  <a:cubicBezTo>
                    <a:pt x="0" y="237"/>
                    <a:pt x="0" y="237"/>
                    <a:pt x="0" y="237"/>
                  </a:cubicBezTo>
                  <a:cubicBezTo>
                    <a:pt x="0" y="254"/>
                    <a:pt x="13" y="267"/>
                    <a:pt x="30" y="267"/>
                  </a:cubicBezTo>
                  <a:cubicBezTo>
                    <a:pt x="660" y="267"/>
                    <a:pt x="660" y="267"/>
                    <a:pt x="660" y="267"/>
                  </a:cubicBezTo>
                  <a:lnTo>
                    <a:pt x="660" y="255"/>
                  </a:ln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53" name="组合 52"/>
            <p:cNvGrpSpPr/>
            <p:nvPr userDrawn="1"/>
          </p:nvGrpSpPr>
          <p:grpSpPr>
            <a:xfrm>
              <a:off x="8353130" y="4024314"/>
              <a:ext cx="930355" cy="680912"/>
              <a:chOff x="8275638" y="4024313"/>
              <a:chExt cx="1314450" cy="962025"/>
            </a:xfrm>
          </p:grpSpPr>
          <p:sp>
            <p:nvSpPr>
              <p:cNvPr id="51" name="Freeform 40"/>
              <p:cNvSpPr/>
              <p:nvPr userDrawn="1"/>
            </p:nvSpPr>
            <p:spPr bwMode="auto">
              <a:xfrm>
                <a:off x="8985250" y="4024313"/>
                <a:ext cx="604838" cy="962025"/>
              </a:xfrm>
              <a:custGeom>
                <a:avLst/>
                <a:gdLst>
                  <a:gd name="T0" fmla="*/ 42 w 82"/>
                  <a:gd name="T1" fmla="*/ 130 h 130"/>
                  <a:gd name="T2" fmla="*/ 13 w 82"/>
                  <a:gd name="T3" fmla="*/ 116 h 130"/>
                  <a:gd name="T4" fmla="*/ 3 w 82"/>
                  <a:gd name="T5" fmla="*/ 101 h 130"/>
                  <a:gd name="T6" fmla="*/ 0 w 82"/>
                  <a:gd name="T7" fmla="*/ 83 h 130"/>
                  <a:gd name="T8" fmla="*/ 12 w 82"/>
                  <a:gd name="T9" fmla="*/ 45 h 130"/>
                  <a:gd name="T10" fmla="*/ 46 w 82"/>
                  <a:gd name="T11" fmla="*/ 12 h 130"/>
                  <a:gd name="T12" fmla="*/ 73 w 82"/>
                  <a:gd name="T13" fmla="*/ 0 h 130"/>
                  <a:gd name="T14" fmla="*/ 80 w 82"/>
                  <a:gd name="T15" fmla="*/ 3 h 130"/>
                  <a:gd name="T16" fmla="*/ 82 w 82"/>
                  <a:gd name="T17" fmla="*/ 9 h 130"/>
                  <a:gd name="T18" fmla="*/ 75 w 82"/>
                  <a:gd name="T19" fmla="*/ 19 h 130"/>
                  <a:gd name="T20" fmla="*/ 48 w 82"/>
                  <a:gd name="T21" fmla="*/ 38 h 130"/>
                  <a:gd name="T22" fmla="*/ 40 w 82"/>
                  <a:gd name="T23" fmla="*/ 50 h 130"/>
                  <a:gd name="T24" fmla="*/ 46 w 82"/>
                  <a:gd name="T25" fmla="*/ 55 h 130"/>
                  <a:gd name="T26" fmla="*/ 49 w 82"/>
                  <a:gd name="T27" fmla="*/ 55 h 130"/>
                  <a:gd name="T28" fmla="*/ 52 w 82"/>
                  <a:gd name="T29" fmla="*/ 55 h 130"/>
                  <a:gd name="T30" fmla="*/ 73 w 82"/>
                  <a:gd name="T31" fmla="*/ 67 h 130"/>
                  <a:gd name="T32" fmla="*/ 81 w 82"/>
                  <a:gd name="T33" fmla="*/ 92 h 130"/>
                  <a:gd name="T34" fmla="*/ 71 w 82"/>
                  <a:gd name="T35" fmla="*/ 118 h 130"/>
                  <a:gd name="T36" fmla="*/ 42 w 82"/>
                  <a:gd name="T37" fmla="*/ 13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2" h="130">
                    <a:moveTo>
                      <a:pt x="42" y="130"/>
                    </a:moveTo>
                    <a:cubicBezTo>
                      <a:pt x="31" y="130"/>
                      <a:pt x="21" y="125"/>
                      <a:pt x="13" y="116"/>
                    </a:cubicBezTo>
                    <a:cubicBezTo>
                      <a:pt x="9" y="112"/>
                      <a:pt x="6" y="107"/>
                      <a:pt x="3" y="101"/>
                    </a:cubicBezTo>
                    <a:cubicBezTo>
                      <a:pt x="1" y="95"/>
                      <a:pt x="0" y="89"/>
                      <a:pt x="0" y="83"/>
                    </a:cubicBezTo>
                    <a:cubicBezTo>
                      <a:pt x="0" y="71"/>
                      <a:pt x="4" y="58"/>
                      <a:pt x="12" y="45"/>
                    </a:cubicBezTo>
                    <a:cubicBezTo>
                      <a:pt x="21" y="32"/>
                      <a:pt x="32" y="21"/>
                      <a:pt x="46" y="12"/>
                    </a:cubicBezTo>
                    <a:cubicBezTo>
                      <a:pt x="57" y="4"/>
                      <a:pt x="67" y="0"/>
                      <a:pt x="73" y="0"/>
                    </a:cubicBezTo>
                    <a:cubicBezTo>
                      <a:pt x="76" y="0"/>
                      <a:pt x="78" y="1"/>
                      <a:pt x="80" y="3"/>
                    </a:cubicBezTo>
                    <a:cubicBezTo>
                      <a:pt x="82" y="4"/>
                      <a:pt x="82" y="6"/>
                      <a:pt x="82" y="9"/>
                    </a:cubicBezTo>
                    <a:cubicBezTo>
                      <a:pt x="82" y="13"/>
                      <a:pt x="80" y="16"/>
                      <a:pt x="75" y="19"/>
                    </a:cubicBezTo>
                    <a:cubicBezTo>
                      <a:pt x="63" y="25"/>
                      <a:pt x="54" y="31"/>
                      <a:pt x="48" y="38"/>
                    </a:cubicBezTo>
                    <a:cubicBezTo>
                      <a:pt x="43" y="43"/>
                      <a:pt x="40" y="48"/>
                      <a:pt x="40" y="50"/>
                    </a:cubicBezTo>
                    <a:cubicBezTo>
                      <a:pt x="40" y="53"/>
                      <a:pt x="42" y="54"/>
                      <a:pt x="46" y="55"/>
                    </a:cubicBezTo>
                    <a:cubicBezTo>
                      <a:pt x="49" y="55"/>
                      <a:pt x="49" y="55"/>
                      <a:pt x="49" y="55"/>
                    </a:cubicBezTo>
                    <a:cubicBezTo>
                      <a:pt x="52" y="55"/>
                      <a:pt x="52" y="55"/>
                      <a:pt x="52" y="55"/>
                    </a:cubicBezTo>
                    <a:cubicBezTo>
                      <a:pt x="60" y="57"/>
                      <a:pt x="68" y="61"/>
                      <a:pt x="73" y="67"/>
                    </a:cubicBezTo>
                    <a:cubicBezTo>
                      <a:pt x="78" y="74"/>
                      <a:pt x="81" y="82"/>
                      <a:pt x="81" y="92"/>
                    </a:cubicBezTo>
                    <a:cubicBezTo>
                      <a:pt x="81" y="102"/>
                      <a:pt x="78" y="110"/>
                      <a:pt x="71" y="118"/>
                    </a:cubicBezTo>
                    <a:cubicBezTo>
                      <a:pt x="63" y="126"/>
                      <a:pt x="54" y="130"/>
                      <a:pt x="42" y="13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2" name="Freeform 41"/>
              <p:cNvSpPr/>
              <p:nvPr userDrawn="1"/>
            </p:nvSpPr>
            <p:spPr bwMode="auto">
              <a:xfrm>
                <a:off x="8275638" y="4024313"/>
                <a:ext cx="612775" cy="962025"/>
              </a:xfrm>
              <a:custGeom>
                <a:avLst/>
                <a:gdLst>
                  <a:gd name="T0" fmla="*/ 42 w 83"/>
                  <a:gd name="T1" fmla="*/ 130 h 130"/>
                  <a:gd name="T2" fmla="*/ 13 w 83"/>
                  <a:gd name="T3" fmla="*/ 116 h 130"/>
                  <a:gd name="T4" fmla="*/ 4 w 83"/>
                  <a:gd name="T5" fmla="*/ 101 h 130"/>
                  <a:gd name="T6" fmla="*/ 0 w 83"/>
                  <a:gd name="T7" fmla="*/ 83 h 130"/>
                  <a:gd name="T8" fmla="*/ 13 w 83"/>
                  <a:gd name="T9" fmla="*/ 45 h 130"/>
                  <a:gd name="T10" fmla="*/ 46 w 83"/>
                  <a:gd name="T11" fmla="*/ 12 h 130"/>
                  <a:gd name="T12" fmla="*/ 73 w 83"/>
                  <a:gd name="T13" fmla="*/ 0 h 130"/>
                  <a:gd name="T14" fmla="*/ 80 w 83"/>
                  <a:gd name="T15" fmla="*/ 3 h 130"/>
                  <a:gd name="T16" fmla="*/ 83 w 83"/>
                  <a:gd name="T17" fmla="*/ 9 h 130"/>
                  <a:gd name="T18" fmla="*/ 75 w 83"/>
                  <a:gd name="T19" fmla="*/ 19 h 130"/>
                  <a:gd name="T20" fmla="*/ 48 w 83"/>
                  <a:gd name="T21" fmla="*/ 38 h 130"/>
                  <a:gd name="T22" fmla="*/ 40 w 83"/>
                  <a:gd name="T23" fmla="*/ 50 h 130"/>
                  <a:gd name="T24" fmla="*/ 46 w 83"/>
                  <a:gd name="T25" fmla="*/ 55 h 130"/>
                  <a:gd name="T26" fmla="*/ 49 w 83"/>
                  <a:gd name="T27" fmla="*/ 55 h 130"/>
                  <a:gd name="T28" fmla="*/ 52 w 83"/>
                  <a:gd name="T29" fmla="*/ 55 h 130"/>
                  <a:gd name="T30" fmla="*/ 73 w 83"/>
                  <a:gd name="T31" fmla="*/ 67 h 130"/>
                  <a:gd name="T32" fmla="*/ 81 w 83"/>
                  <a:gd name="T33" fmla="*/ 92 h 130"/>
                  <a:gd name="T34" fmla="*/ 71 w 83"/>
                  <a:gd name="T35" fmla="*/ 118 h 130"/>
                  <a:gd name="T36" fmla="*/ 42 w 83"/>
                  <a:gd name="T37" fmla="*/ 13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3" h="130">
                    <a:moveTo>
                      <a:pt x="42" y="130"/>
                    </a:moveTo>
                    <a:cubicBezTo>
                      <a:pt x="31" y="130"/>
                      <a:pt x="21" y="125"/>
                      <a:pt x="13" y="116"/>
                    </a:cubicBezTo>
                    <a:cubicBezTo>
                      <a:pt x="9" y="112"/>
                      <a:pt x="6" y="107"/>
                      <a:pt x="4" y="101"/>
                    </a:cubicBezTo>
                    <a:cubicBezTo>
                      <a:pt x="1" y="95"/>
                      <a:pt x="0" y="89"/>
                      <a:pt x="0" y="83"/>
                    </a:cubicBezTo>
                    <a:cubicBezTo>
                      <a:pt x="0" y="71"/>
                      <a:pt x="4" y="58"/>
                      <a:pt x="13" y="45"/>
                    </a:cubicBezTo>
                    <a:cubicBezTo>
                      <a:pt x="21" y="32"/>
                      <a:pt x="32" y="21"/>
                      <a:pt x="46" y="12"/>
                    </a:cubicBezTo>
                    <a:cubicBezTo>
                      <a:pt x="58" y="4"/>
                      <a:pt x="67" y="0"/>
                      <a:pt x="73" y="0"/>
                    </a:cubicBezTo>
                    <a:cubicBezTo>
                      <a:pt x="76" y="0"/>
                      <a:pt x="78" y="1"/>
                      <a:pt x="80" y="3"/>
                    </a:cubicBezTo>
                    <a:cubicBezTo>
                      <a:pt x="82" y="4"/>
                      <a:pt x="83" y="6"/>
                      <a:pt x="83" y="9"/>
                    </a:cubicBezTo>
                    <a:cubicBezTo>
                      <a:pt x="83" y="13"/>
                      <a:pt x="80" y="16"/>
                      <a:pt x="75" y="19"/>
                    </a:cubicBezTo>
                    <a:cubicBezTo>
                      <a:pt x="63" y="25"/>
                      <a:pt x="54" y="31"/>
                      <a:pt x="48" y="38"/>
                    </a:cubicBezTo>
                    <a:cubicBezTo>
                      <a:pt x="43" y="43"/>
                      <a:pt x="40" y="48"/>
                      <a:pt x="40" y="50"/>
                    </a:cubicBezTo>
                    <a:cubicBezTo>
                      <a:pt x="40" y="53"/>
                      <a:pt x="42" y="54"/>
                      <a:pt x="46" y="55"/>
                    </a:cubicBezTo>
                    <a:cubicBezTo>
                      <a:pt x="49" y="55"/>
                      <a:pt x="49" y="55"/>
                      <a:pt x="49" y="55"/>
                    </a:cubicBezTo>
                    <a:cubicBezTo>
                      <a:pt x="52" y="55"/>
                      <a:pt x="52" y="55"/>
                      <a:pt x="52" y="55"/>
                    </a:cubicBezTo>
                    <a:cubicBezTo>
                      <a:pt x="61" y="57"/>
                      <a:pt x="68" y="61"/>
                      <a:pt x="73" y="67"/>
                    </a:cubicBezTo>
                    <a:cubicBezTo>
                      <a:pt x="78" y="74"/>
                      <a:pt x="81" y="82"/>
                      <a:pt x="81" y="92"/>
                    </a:cubicBezTo>
                    <a:cubicBezTo>
                      <a:pt x="81" y="102"/>
                      <a:pt x="78" y="110"/>
                      <a:pt x="71" y="118"/>
                    </a:cubicBezTo>
                    <a:cubicBezTo>
                      <a:pt x="64" y="126"/>
                      <a:pt x="54" y="130"/>
                      <a:pt x="42" y="13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a:stretch>
            <a:fillRect/>
          </a:stretch>
        </p:blipFill>
        <p:spPr>
          <a:xfrm>
            <a:off x="9524" y="-6608"/>
            <a:ext cx="12182476" cy="6864608"/>
          </a:xfrm>
          <a:prstGeom prst="rect">
            <a:avLst/>
          </a:prstGeom>
        </p:spPr>
      </p:pic>
      <p:sp>
        <p:nvSpPr>
          <p:cNvPr id="20" name="标题 1"/>
          <p:cNvSpPr>
            <a:spLocks noGrp="1"/>
          </p:cNvSpPr>
          <p:nvPr userDrawn="1">
            <p:ph type="title"/>
          </p:nvPr>
        </p:nvSpPr>
        <p:spPr>
          <a:xfrm>
            <a:off x="4396490" y="3105473"/>
            <a:ext cx="5419185" cy="733998"/>
          </a:xfrm>
        </p:spPr>
        <p:txBody>
          <a:bodyPr anchor="b">
            <a:normAutofit/>
          </a:bodyPr>
          <a:lstStyle>
            <a:lvl1pPr algn="r">
              <a:defRPr sz="2400" b="1">
                <a:solidFill>
                  <a:schemeClr val="tx1"/>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4397606" y="4000823"/>
            <a:ext cx="5419185" cy="832597"/>
          </a:xfrm>
        </p:spPr>
        <p:txBody>
          <a:bodyPr anchor="t">
            <a:normAutofit/>
          </a:bodyPr>
          <a:lstStyle>
            <a:lvl1pPr marL="0" indent="0" algn="r">
              <a:lnSpc>
                <a:spcPct val="100000"/>
              </a:lnSpc>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grpSp>
        <p:nvGrpSpPr>
          <p:cNvPr id="3" name="组合 2"/>
          <p:cNvGrpSpPr/>
          <p:nvPr userDrawn="1"/>
        </p:nvGrpSpPr>
        <p:grpSpPr>
          <a:xfrm>
            <a:off x="6524332" y="1676546"/>
            <a:ext cx="728876" cy="533453"/>
            <a:chOff x="7082270" y="1529088"/>
            <a:chExt cx="930355" cy="680912"/>
          </a:xfrm>
        </p:grpSpPr>
        <p:sp>
          <p:nvSpPr>
            <p:cNvPr id="8" name="Freeform 40"/>
            <p:cNvSpPr/>
            <p:nvPr userDrawn="1"/>
          </p:nvSpPr>
          <p:spPr bwMode="auto">
            <a:xfrm>
              <a:off x="7584527" y="1529088"/>
              <a:ext cx="428098" cy="680912"/>
            </a:xfrm>
            <a:custGeom>
              <a:avLst/>
              <a:gdLst>
                <a:gd name="T0" fmla="*/ 42 w 82"/>
                <a:gd name="T1" fmla="*/ 130 h 130"/>
                <a:gd name="T2" fmla="*/ 13 w 82"/>
                <a:gd name="T3" fmla="*/ 116 h 130"/>
                <a:gd name="T4" fmla="*/ 3 w 82"/>
                <a:gd name="T5" fmla="*/ 101 h 130"/>
                <a:gd name="T6" fmla="*/ 0 w 82"/>
                <a:gd name="T7" fmla="*/ 83 h 130"/>
                <a:gd name="T8" fmla="*/ 12 w 82"/>
                <a:gd name="T9" fmla="*/ 45 h 130"/>
                <a:gd name="T10" fmla="*/ 46 w 82"/>
                <a:gd name="T11" fmla="*/ 12 h 130"/>
                <a:gd name="T12" fmla="*/ 73 w 82"/>
                <a:gd name="T13" fmla="*/ 0 h 130"/>
                <a:gd name="T14" fmla="*/ 80 w 82"/>
                <a:gd name="T15" fmla="*/ 3 h 130"/>
                <a:gd name="T16" fmla="*/ 82 w 82"/>
                <a:gd name="T17" fmla="*/ 9 h 130"/>
                <a:gd name="T18" fmla="*/ 75 w 82"/>
                <a:gd name="T19" fmla="*/ 19 h 130"/>
                <a:gd name="T20" fmla="*/ 48 w 82"/>
                <a:gd name="T21" fmla="*/ 38 h 130"/>
                <a:gd name="T22" fmla="*/ 40 w 82"/>
                <a:gd name="T23" fmla="*/ 50 h 130"/>
                <a:gd name="T24" fmla="*/ 46 w 82"/>
                <a:gd name="T25" fmla="*/ 55 h 130"/>
                <a:gd name="T26" fmla="*/ 49 w 82"/>
                <a:gd name="T27" fmla="*/ 55 h 130"/>
                <a:gd name="T28" fmla="*/ 52 w 82"/>
                <a:gd name="T29" fmla="*/ 55 h 130"/>
                <a:gd name="T30" fmla="*/ 73 w 82"/>
                <a:gd name="T31" fmla="*/ 67 h 130"/>
                <a:gd name="T32" fmla="*/ 81 w 82"/>
                <a:gd name="T33" fmla="*/ 92 h 130"/>
                <a:gd name="T34" fmla="*/ 71 w 82"/>
                <a:gd name="T35" fmla="*/ 118 h 130"/>
                <a:gd name="T36" fmla="*/ 42 w 82"/>
                <a:gd name="T37" fmla="*/ 13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2" h="130">
                  <a:moveTo>
                    <a:pt x="42" y="130"/>
                  </a:moveTo>
                  <a:cubicBezTo>
                    <a:pt x="31" y="130"/>
                    <a:pt x="21" y="125"/>
                    <a:pt x="13" y="116"/>
                  </a:cubicBezTo>
                  <a:cubicBezTo>
                    <a:pt x="9" y="112"/>
                    <a:pt x="6" y="107"/>
                    <a:pt x="3" y="101"/>
                  </a:cubicBezTo>
                  <a:cubicBezTo>
                    <a:pt x="1" y="95"/>
                    <a:pt x="0" y="89"/>
                    <a:pt x="0" y="83"/>
                  </a:cubicBezTo>
                  <a:cubicBezTo>
                    <a:pt x="0" y="71"/>
                    <a:pt x="4" y="58"/>
                    <a:pt x="12" y="45"/>
                  </a:cubicBezTo>
                  <a:cubicBezTo>
                    <a:pt x="21" y="32"/>
                    <a:pt x="32" y="21"/>
                    <a:pt x="46" y="12"/>
                  </a:cubicBezTo>
                  <a:cubicBezTo>
                    <a:pt x="57" y="4"/>
                    <a:pt x="67" y="0"/>
                    <a:pt x="73" y="0"/>
                  </a:cubicBezTo>
                  <a:cubicBezTo>
                    <a:pt x="76" y="0"/>
                    <a:pt x="78" y="1"/>
                    <a:pt x="80" y="3"/>
                  </a:cubicBezTo>
                  <a:cubicBezTo>
                    <a:pt x="82" y="4"/>
                    <a:pt x="82" y="6"/>
                    <a:pt x="82" y="9"/>
                  </a:cubicBezTo>
                  <a:cubicBezTo>
                    <a:pt x="82" y="13"/>
                    <a:pt x="80" y="16"/>
                    <a:pt x="75" y="19"/>
                  </a:cubicBezTo>
                  <a:cubicBezTo>
                    <a:pt x="63" y="25"/>
                    <a:pt x="54" y="31"/>
                    <a:pt x="48" y="38"/>
                  </a:cubicBezTo>
                  <a:cubicBezTo>
                    <a:pt x="43" y="43"/>
                    <a:pt x="40" y="48"/>
                    <a:pt x="40" y="50"/>
                  </a:cubicBezTo>
                  <a:cubicBezTo>
                    <a:pt x="40" y="53"/>
                    <a:pt x="42" y="54"/>
                    <a:pt x="46" y="55"/>
                  </a:cubicBezTo>
                  <a:cubicBezTo>
                    <a:pt x="49" y="55"/>
                    <a:pt x="49" y="55"/>
                    <a:pt x="49" y="55"/>
                  </a:cubicBezTo>
                  <a:cubicBezTo>
                    <a:pt x="52" y="55"/>
                    <a:pt x="52" y="55"/>
                    <a:pt x="52" y="55"/>
                  </a:cubicBezTo>
                  <a:cubicBezTo>
                    <a:pt x="60" y="57"/>
                    <a:pt x="68" y="61"/>
                    <a:pt x="73" y="67"/>
                  </a:cubicBezTo>
                  <a:cubicBezTo>
                    <a:pt x="78" y="74"/>
                    <a:pt x="81" y="82"/>
                    <a:pt x="81" y="92"/>
                  </a:cubicBezTo>
                  <a:cubicBezTo>
                    <a:pt x="81" y="102"/>
                    <a:pt x="78" y="110"/>
                    <a:pt x="71" y="118"/>
                  </a:cubicBezTo>
                  <a:cubicBezTo>
                    <a:pt x="63" y="126"/>
                    <a:pt x="54" y="130"/>
                    <a:pt x="42" y="13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9" name="Freeform 41"/>
            <p:cNvSpPr/>
            <p:nvPr userDrawn="1"/>
          </p:nvSpPr>
          <p:spPr bwMode="auto">
            <a:xfrm>
              <a:off x="7082270" y="1529088"/>
              <a:ext cx="433716" cy="680912"/>
            </a:xfrm>
            <a:custGeom>
              <a:avLst/>
              <a:gdLst>
                <a:gd name="T0" fmla="*/ 42 w 83"/>
                <a:gd name="T1" fmla="*/ 130 h 130"/>
                <a:gd name="T2" fmla="*/ 13 w 83"/>
                <a:gd name="T3" fmla="*/ 116 h 130"/>
                <a:gd name="T4" fmla="*/ 4 w 83"/>
                <a:gd name="T5" fmla="*/ 101 h 130"/>
                <a:gd name="T6" fmla="*/ 0 w 83"/>
                <a:gd name="T7" fmla="*/ 83 h 130"/>
                <a:gd name="T8" fmla="*/ 13 w 83"/>
                <a:gd name="T9" fmla="*/ 45 h 130"/>
                <a:gd name="T10" fmla="*/ 46 w 83"/>
                <a:gd name="T11" fmla="*/ 12 h 130"/>
                <a:gd name="T12" fmla="*/ 73 w 83"/>
                <a:gd name="T13" fmla="*/ 0 h 130"/>
                <a:gd name="T14" fmla="*/ 80 w 83"/>
                <a:gd name="T15" fmla="*/ 3 h 130"/>
                <a:gd name="T16" fmla="*/ 83 w 83"/>
                <a:gd name="T17" fmla="*/ 9 h 130"/>
                <a:gd name="T18" fmla="*/ 75 w 83"/>
                <a:gd name="T19" fmla="*/ 19 h 130"/>
                <a:gd name="T20" fmla="*/ 48 w 83"/>
                <a:gd name="T21" fmla="*/ 38 h 130"/>
                <a:gd name="T22" fmla="*/ 40 w 83"/>
                <a:gd name="T23" fmla="*/ 50 h 130"/>
                <a:gd name="T24" fmla="*/ 46 w 83"/>
                <a:gd name="T25" fmla="*/ 55 h 130"/>
                <a:gd name="T26" fmla="*/ 49 w 83"/>
                <a:gd name="T27" fmla="*/ 55 h 130"/>
                <a:gd name="T28" fmla="*/ 52 w 83"/>
                <a:gd name="T29" fmla="*/ 55 h 130"/>
                <a:gd name="T30" fmla="*/ 73 w 83"/>
                <a:gd name="T31" fmla="*/ 67 h 130"/>
                <a:gd name="T32" fmla="*/ 81 w 83"/>
                <a:gd name="T33" fmla="*/ 92 h 130"/>
                <a:gd name="T34" fmla="*/ 71 w 83"/>
                <a:gd name="T35" fmla="*/ 118 h 130"/>
                <a:gd name="T36" fmla="*/ 42 w 83"/>
                <a:gd name="T37" fmla="*/ 13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3" h="130">
                  <a:moveTo>
                    <a:pt x="42" y="130"/>
                  </a:moveTo>
                  <a:cubicBezTo>
                    <a:pt x="31" y="130"/>
                    <a:pt x="21" y="125"/>
                    <a:pt x="13" y="116"/>
                  </a:cubicBezTo>
                  <a:cubicBezTo>
                    <a:pt x="9" y="112"/>
                    <a:pt x="6" y="107"/>
                    <a:pt x="4" y="101"/>
                  </a:cubicBezTo>
                  <a:cubicBezTo>
                    <a:pt x="1" y="95"/>
                    <a:pt x="0" y="89"/>
                    <a:pt x="0" y="83"/>
                  </a:cubicBezTo>
                  <a:cubicBezTo>
                    <a:pt x="0" y="71"/>
                    <a:pt x="4" y="58"/>
                    <a:pt x="13" y="45"/>
                  </a:cubicBezTo>
                  <a:cubicBezTo>
                    <a:pt x="21" y="32"/>
                    <a:pt x="32" y="21"/>
                    <a:pt x="46" y="12"/>
                  </a:cubicBezTo>
                  <a:cubicBezTo>
                    <a:pt x="58" y="4"/>
                    <a:pt x="67" y="0"/>
                    <a:pt x="73" y="0"/>
                  </a:cubicBezTo>
                  <a:cubicBezTo>
                    <a:pt x="76" y="0"/>
                    <a:pt x="78" y="1"/>
                    <a:pt x="80" y="3"/>
                  </a:cubicBezTo>
                  <a:cubicBezTo>
                    <a:pt x="82" y="4"/>
                    <a:pt x="83" y="6"/>
                    <a:pt x="83" y="9"/>
                  </a:cubicBezTo>
                  <a:cubicBezTo>
                    <a:pt x="83" y="13"/>
                    <a:pt x="80" y="16"/>
                    <a:pt x="75" y="19"/>
                  </a:cubicBezTo>
                  <a:cubicBezTo>
                    <a:pt x="63" y="25"/>
                    <a:pt x="54" y="31"/>
                    <a:pt x="48" y="38"/>
                  </a:cubicBezTo>
                  <a:cubicBezTo>
                    <a:pt x="43" y="43"/>
                    <a:pt x="40" y="48"/>
                    <a:pt x="40" y="50"/>
                  </a:cubicBezTo>
                  <a:cubicBezTo>
                    <a:pt x="40" y="53"/>
                    <a:pt x="42" y="54"/>
                    <a:pt x="46" y="55"/>
                  </a:cubicBezTo>
                  <a:cubicBezTo>
                    <a:pt x="49" y="55"/>
                    <a:pt x="49" y="55"/>
                    <a:pt x="49" y="55"/>
                  </a:cubicBezTo>
                  <a:cubicBezTo>
                    <a:pt x="52" y="55"/>
                    <a:pt x="52" y="55"/>
                    <a:pt x="52" y="55"/>
                  </a:cubicBezTo>
                  <a:cubicBezTo>
                    <a:pt x="61" y="57"/>
                    <a:pt x="68" y="61"/>
                    <a:pt x="73" y="67"/>
                  </a:cubicBezTo>
                  <a:cubicBezTo>
                    <a:pt x="78" y="74"/>
                    <a:pt x="81" y="82"/>
                    <a:pt x="81" y="92"/>
                  </a:cubicBezTo>
                  <a:cubicBezTo>
                    <a:pt x="81" y="102"/>
                    <a:pt x="78" y="110"/>
                    <a:pt x="71" y="118"/>
                  </a:cubicBezTo>
                  <a:cubicBezTo>
                    <a:pt x="64" y="126"/>
                    <a:pt x="54" y="130"/>
                    <a:pt x="42" y="13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6489D9C7-5DC6-4263-87FF-7C99F6FB63C3}" type="datetime1">
              <a:rPr lang="zh-CN" altLang="en-US" smtClean="0"/>
              <a:t>2020/8/19</a:t>
            </a:fld>
            <a:endParaRPr lang="zh-CN" altLang="en-US"/>
          </a:p>
        </p:txBody>
      </p:sp>
      <p:sp>
        <p:nvSpPr>
          <p:cNvPr id="4" name="页脚占位符 3"/>
          <p:cNvSpPr>
            <a:spLocks noGrp="1"/>
          </p:cNvSpPr>
          <p:nvPr>
            <p:ph type="ftr" sz="quarter" idx="11"/>
          </p:nvPr>
        </p:nvSpPr>
        <p:spPr/>
        <p:txBody>
          <a:bodyPr/>
          <a:lstStyle/>
          <a:p>
            <a:r>
              <a:rPr lang="en-US" altLang="zh-CN"/>
              <a:t>www.islide.cc</a:t>
            </a:r>
            <a:endParaRPr lang="zh-CN" altLang="en-US" dirty="0"/>
          </a:p>
        </p:txBody>
      </p:sp>
      <p:sp>
        <p:nvSpPr>
          <p:cNvPr id="5" name="灯片编号占位符 4"/>
          <p:cNvSpPr>
            <a:spLocks noGrp="1"/>
          </p:cNvSpPr>
          <p:nvPr>
            <p:ph type="sldNum" sz="quarter" idx="12"/>
          </p:nvPr>
        </p:nvSpPr>
        <p:spPr/>
        <p:txBody>
          <a:bodyPr/>
          <a:lstStyle/>
          <a:p>
            <a:fld id="{5DD3DB80-B894-403A-B48E-6FDC1A72010E}" type="slidenum">
              <a:rPr lang="zh-CN" altLang="en-US" smtClean="0"/>
              <a:t>‹#›</a:t>
            </a:fld>
            <a:endParaRPr lang="zh-CN" altLang="en-US"/>
          </a:p>
        </p:txBody>
      </p:sp>
      <p:sp>
        <p:nvSpPr>
          <p:cNvPr id="6" name="标题 5"/>
          <p:cNvSpPr>
            <a:spLocks noGrp="1"/>
          </p:cNvSpPr>
          <p:nvPr>
            <p:ph type="title"/>
          </p:nvPr>
        </p:nvSpPr>
        <p:spPr/>
        <p:txBody>
          <a:bodyPr/>
          <a:lstStyle>
            <a:lvl1pPr>
              <a:defRPr/>
            </a:lvl1pPr>
          </a:lstStyle>
          <a:p>
            <a:r>
              <a:rPr lang="en-US" altLang="zh-CN" dirty="0"/>
              <a:t>Click to edit Master title style</a:t>
            </a:r>
            <a:endParaRPr lang="zh-CN" altLang="en-US" dirty="0"/>
          </a:p>
        </p:txBody>
      </p:sp>
      <p:sp>
        <p:nvSpPr>
          <p:cNvPr id="8" name="内容占位符 7"/>
          <p:cNvSpPr>
            <a:spLocks noGrp="1"/>
          </p:cNvSpPr>
          <p:nvPr>
            <p:ph sz="quarter" idx="13"/>
          </p:nvPr>
        </p:nvSpPr>
        <p:spPr>
          <a:xfrm>
            <a:off x="669925" y="1130299"/>
            <a:ext cx="10850563" cy="5006975"/>
          </a:xfrm>
        </p:spPr>
        <p:txBody>
          <a:bodyPr/>
          <a:lstStyle>
            <a:lvl1pPr>
              <a:defRPr/>
            </a:lvl1pPr>
            <a:lvl2pPr>
              <a:defRPr/>
            </a:lvl2pPr>
            <a:lvl3pPr>
              <a:defRPr/>
            </a:lvl3pPr>
            <a:lvl4pPr>
              <a:defRPr/>
            </a:lvl4pPr>
            <a:lvl5pPr>
              <a:defRPr/>
            </a:lvl5pPr>
          </a:lstStyle>
          <a:p>
            <a:pPr lvl="0"/>
            <a:r>
              <a:rPr lang="en-US" altLang="zh-CN" dirty="0"/>
              <a:t>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dirty="0"/>
              <a:t>Click to edit Master title style</a:t>
            </a:r>
            <a:endParaRPr lang="en-US" dirty="0"/>
          </a:p>
        </p:txBody>
      </p:sp>
      <p:sp>
        <p:nvSpPr>
          <p:cNvPr id="3" name="Date Placeholder 2"/>
          <p:cNvSpPr>
            <a:spLocks noGrp="1"/>
          </p:cNvSpPr>
          <p:nvPr>
            <p:ph type="dt" sz="half" idx="10"/>
          </p:nvPr>
        </p:nvSpPr>
        <p:spPr/>
        <p:txBody>
          <a:bodyPr/>
          <a:lstStyle/>
          <a:p>
            <a:fld id="{6489D9C7-5DC6-4263-87FF-7C99F6FB63C3}" type="datetime1">
              <a:rPr lang="zh-CN" altLang="en-US" smtClean="0"/>
              <a:t>2020/8/19</a:t>
            </a:fld>
            <a:endParaRPr lang="zh-CN" altLang="en-US"/>
          </a:p>
        </p:txBody>
      </p:sp>
      <p:sp>
        <p:nvSpPr>
          <p:cNvPr id="4" name="Footer Placeholder 3"/>
          <p:cNvSpPr>
            <a:spLocks noGrp="1"/>
          </p:cNvSpPr>
          <p:nvPr>
            <p:ph type="ftr" sz="quarter" idx="11"/>
          </p:nvPr>
        </p:nvSpPr>
        <p:spPr/>
        <p:txBody>
          <a:bodyPr/>
          <a:lstStyle/>
          <a:p>
            <a:r>
              <a:rPr lang="en-US" altLang="zh-CN"/>
              <a:t>www.islide.cc</a:t>
            </a:r>
            <a:endParaRPr lang="zh-CN" altLang="en-US" dirty="0"/>
          </a:p>
        </p:txBody>
      </p:sp>
      <p:sp>
        <p:nvSpPr>
          <p:cNvPr id="5" name="Slide Number Placeholder 4"/>
          <p:cNvSpPr>
            <a:spLocks noGrp="1"/>
          </p:cNvSpPr>
          <p:nvPr>
            <p:ph type="sldNum" sz="quarter" idx="12"/>
          </p:nvPr>
        </p:nvSpPr>
        <p:spPr/>
        <p:txBody>
          <a:bodyPr/>
          <a:lstStyle/>
          <a:p>
            <a:fld id="{5DD3DB80-B894-403A-B48E-6FDC1A72010E}"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stretch>
            <a:fillRect/>
          </a:stretch>
        </p:blipFill>
        <p:spPr>
          <a:xfrm>
            <a:off x="9524" y="-6608"/>
            <a:ext cx="12182476" cy="6864608"/>
          </a:xfrm>
          <a:prstGeom prst="rect">
            <a:avLst/>
          </a:prstGeom>
        </p:spPr>
      </p:pic>
      <p:sp>
        <p:nvSpPr>
          <p:cNvPr id="2" name="矩形 1"/>
          <p:cNvSpPr/>
          <p:nvPr userDrawn="1"/>
        </p:nvSpPr>
        <p:spPr>
          <a:xfrm>
            <a:off x="4622800" y="-6608"/>
            <a:ext cx="7569200" cy="68646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标题 1"/>
          <p:cNvSpPr>
            <a:spLocks noGrp="1"/>
          </p:cNvSpPr>
          <p:nvPr userDrawn="1">
            <p:ph type="ctrTitle" hasCustomPrompt="1"/>
          </p:nvPr>
        </p:nvSpPr>
        <p:spPr>
          <a:xfrm>
            <a:off x="669926" y="1820863"/>
            <a:ext cx="10518028" cy="1621509"/>
          </a:xfrm>
        </p:spPr>
        <p:txBody>
          <a:bodyPr anchor="b">
            <a:normAutofit/>
          </a:bodyPr>
          <a:lstStyle>
            <a:lvl1pPr marL="0" indent="0" algn="r">
              <a:buFont typeface="Arial" panose="020B0604020202020204" pitchFamily="34" charset="0"/>
              <a:buNone/>
              <a:defRPr sz="3200">
                <a:solidFill>
                  <a:schemeClr val="tx1"/>
                </a:solidFill>
              </a:defRPr>
            </a:lvl1pPr>
          </a:lstStyle>
          <a:p>
            <a:r>
              <a:rPr lang="en-US" altLang="zh-CN" dirty="0"/>
              <a:t>Conclusion</a:t>
            </a:r>
            <a:endParaRPr lang="zh-CN" altLang="en-US" dirty="0"/>
          </a:p>
        </p:txBody>
      </p:sp>
      <p:sp>
        <p:nvSpPr>
          <p:cNvPr id="15" name="文本占位符 62"/>
          <p:cNvSpPr>
            <a:spLocks noGrp="1"/>
          </p:cNvSpPr>
          <p:nvPr userDrawn="1">
            <p:ph type="body" sz="quarter" idx="18" hasCustomPrompt="1"/>
          </p:nvPr>
        </p:nvSpPr>
        <p:spPr>
          <a:xfrm>
            <a:off x="669926" y="4396040"/>
            <a:ext cx="10518028" cy="310871"/>
          </a:xfrm>
        </p:spPr>
        <p:txBody>
          <a:bodyPr vert="horz" lIns="91440" tIns="45720" rIns="91440" bIns="45720" rtlCol="0">
            <a:normAutofit/>
          </a:bodyPr>
          <a:lstStyle>
            <a:lvl1pPr marL="0" indent="0" algn="r">
              <a:buNone/>
              <a:defRPr lang="zh-CN" altLang="en-US" sz="1500" smtClean="0">
                <a:solidFill>
                  <a:schemeClr val="tx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en-US" altLang="zh-CN" dirty="0"/>
              <a:t>Data</a:t>
            </a:r>
          </a:p>
        </p:txBody>
      </p:sp>
      <p:sp>
        <p:nvSpPr>
          <p:cNvPr id="6" name="文本占位符 13"/>
          <p:cNvSpPr>
            <a:spLocks noGrp="1"/>
          </p:cNvSpPr>
          <p:nvPr>
            <p:ph type="body" sz="quarter" idx="10" hasCustomPrompt="1"/>
          </p:nvPr>
        </p:nvSpPr>
        <p:spPr>
          <a:xfrm>
            <a:off x="669928" y="4099769"/>
            <a:ext cx="10518028" cy="296271"/>
          </a:xfrm>
        </p:spPr>
        <p:txBody>
          <a:bodyPr vert="horz" anchor="ctr">
            <a:noAutofit/>
          </a:bodyPr>
          <a:lstStyle>
            <a:lvl1pPr marL="0" indent="0" algn="r">
              <a:buNone/>
              <a:defRPr sz="15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zh-CN" altLang="en-US" dirty="0"/>
          </a:p>
        </p:txBody>
      </p:sp>
      <p:cxnSp>
        <p:nvCxnSpPr>
          <p:cNvPr id="7" name="直接连接符 6"/>
          <p:cNvCxnSpPr/>
          <p:nvPr userDrawn="1"/>
        </p:nvCxnSpPr>
        <p:spPr>
          <a:xfrm>
            <a:off x="669924" y="1028700"/>
            <a:ext cx="10850563"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8" name="日期占位符 3"/>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489D9C7-5DC6-4263-87FF-7C99F6FB63C3}" type="datetime1">
              <a:rPr lang="zh-CN" altLang="en-US" smtClean="0"/>
              <a:t>2020/8/19</a:t>
            </a:fld>
            <a:endParaRPr lang="zh-CN" altLang="en-US"/>
          </a:p>
        </p:txBody>
      </p:sp>
      <p:sp>
        <p:nvSpPr>
          <p:cNvPr id="9" name="页脚占位符 4"/>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en-US" altLang="zh-CN" dirty="0"/>
              <a:t>www.islide.cc</a:t>
            </a:r>
            <a:endParaRPr lang="zh-CN" altLang="en-US" dirty="0"/>
          </a:p>
        </p:txBody>
      </p:sp>
      <p:sp>
        <p:nvSpPr>
          <p:cNvPr id="10" name="灯片编号占位符 5"/>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2.xml"/><Relationship Id="rId7" Type="http://schemas.openxmlformats.org/officeDocument/2006/relationships/image" Target="../media/image2.emf"/><Relationship Id="rId2" Type="http://schemas.openxmlformats.org/officeDocument/2006/relationships/vmlDrawing" Target="../drawings/vmlDrawing1.vml"/><Relationship Id="rId1" Type="http://schemas.openxmlformats.org/officeDocument/2006/relationships/themeOverride" Target="../theme/themeOverride1.xml"/><Relationship Id="rId6" Type="http://schemas.openxmlformats.org/officeDocument/2006/relationships/oleObject" Target="../embeddings/oleObject1.bin"/><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3.xml"/><Relationship Id="rId1" Type="http://schemas.openxmlformats.org/officeDocument/2006/relationships/themeOverride" Target="../theme/themeOverride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4.xml"/><Relationship Id="rId7" Type="http://schemas.openxmlformats.org/officeDocument/2006/relationships/image" Target="../media/image6.pn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notesSlide" Target="../notesSlides/notesSlide5.xml"/><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1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xml"/><Relationship Id="rId1" Type="http://schemas.openxmlformats.org/officeDocument/2006/relationships/themeOverride" Target="../theme/themeOverride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tags" Target="../tags/tag13.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14.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vmlDrawing" Target="../drawings/vmlDrawing2.vml"/><Relationship Id="rId1" Type="http://schemas.openxmlformats.org/officeDocument/2006/relationships/themeOverride" Target="../theme/themeOverride4.xml"/><Relationship Id="rId6" Type="http://schemas.openxmlformats.org/officeDocument/2006/relationships/image" Target="../media/image2.emf"/><Relationship Id="rId5" Type="http://schemas.openxmlformats.org/officeDocument/2006/relationships/oleObject" Target="../embeddings/oleObject2.bin"/><Relationship Id="rId4"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p:cNvGraphicFramePr>
            <a:graphicFrameLocks noChangeAspect="1"/>
          </p:cNvGraphicFramePr>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85" name="think-cell Slide" r:id="rId6" imgW="9525" imgH="9525" progId="TCLayout.ActiveDocument.1">
                  <p:embed/>
                </p:oleObj>
              </mc:Choice>
              <mc:Fallback>
                <p:oleObj name="think-cell Slide" r:id="rId6" imgW="9525" imgH="9525" progId="TCLayout.ActiveDocument.1">
                  <p:embed/>
                  <p:pic>
                    <p:nvPicPr>
                      <p:cNvPr id="0" name="对象 2"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矩形 1" hidden="1"/>
          <p:cNvSpPr/>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4000" b="1" dirty="0">
              <a:latin typeface="Times New Roman" panose="02020603050405020304" pitchFamily="18" charset="0"/>
              <a:ea typeface="楷体" panose="02010609060101010101" pitchFamily="49" charset="-122"/>
              <a:cs typeface="+mj-cs"/>
              <a:sym typeface="Times New Roman" panose="02020603050405020304" pitchFamily="18" charset="0"/>
            </a:endParaRPr>
          </a:p>
        </p:txBody>
      </p:sp>
      <p:sp>
        <p:nvSpPr>
          <p:cNvPr id="16" name="标题 15"/>
          <p:cNvSpPr>
            <a:spLocks noGrp="1"/>
          </p:cNvSpPr>
          <p:nvPr>
            <p:ph type="ctrTitle"/>
          </p:nvPr>
        </p:nvSpPr>
        <p:spPr/>
        <p:txBody>
          <a:bodyPr>
            <a:normAutofit/>
          </a:bodyPr>
          <a:lstStyle/>
          <a:p>
            <a:r>
              <a:rPr lang="zh-CN" altLang="en-US" sz="4400" dirty="0">
                <a:latin typeface="Times New Roman" panose="02020603050405020304" pitchFamily="18" charset="0"/>
                <a:ea typeface="楷体" panose="02010609060101010101" pitchFamily="49" charset="-122"/>
                <a:sym typeface="Times New Roman" panose="02020603050405020304" pitchFamily="18" charset="0"/>
              </a:rPr>
              <a:t>菜谱分享网站</a:t>
            </a:r>
          </a:p>
        </p:txBody>
      </p:sp>
      <p:sp>
        <p:nvSpPr>
          <p:cNvPr id="6" name="文本占位符 5"/>
          <p:cNvSpPr>
            <a:spLocks noGrp="1"/>
          </p:cNvSpPr>
          <p:nvPr>
            <p:ph type="body" sz="quarter" idx="10"/>
          </p:nvPr>
        </p:nvSpPr>
        <p:spPr/>
        <p:txBody>
          <a:bodyPr/>
          <a:lstStyle/>
          <a:p>
            <a:r>
              <a:rPr lang="en-US" altLang="zh-CN" dirty="0">
                <a:latin typeface="Times New Roman" panose="02020603050405020304" pitchFamily="18" charset="0"/>
                <a:ea typeface="楷体" panose="02010609060101010101" pitchFamily="49" charset="-122"/>
                <a:sym typeface="Times New Roman" panose="02020603050405020304" pitchFamily="18" charset="0"/>
              </a:rPr>
              <a:t>2020-8-19</a:t>
            </a:r>
          </a:p>
        </p:txBody>
      </p:sp>
      <p:pic>
        <p:nvPicPr>
          <p:cNvPr id="8" name="图片 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138047" y="2304895"/>
            <a:ext cx="3741420" cy="3741420"/>
          </a:xfrm>
          <a:prstGeom prst="rect">
            <a:avLst/>
          </a:prstGeom>
        </p:spPr>
      </p:pic>
    </p:spTree>
    <p:custDataLst>
      <p:tags r:id="rId3"/>
    </p:custDataLst>
  </p:cSld>
  <p:clrMapOvr>
    <a:masterClrMapping/>
  </p:clrMapOvr>
  <mc:AlternateContent xmlns:mc="http://schemas.openxmlformats.org/markup-compatibility/2006" xmlns:p14="http://schemas.microsoft.com/office/powerpoint/2010/main">
    <mc:Choice Requires="p14">
      <p:transition spd="slow" p14:dur="2000" advTm="2106"/>
    </mc:Choice>
    <mc:Fallback xmlns="">
      <p:transition spd="slow" advTm="210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57282" y="1700808"/>
            <a:ext cx="10763167" cy="4083608"/>
            <a:chOff x="757282" y="1700808"/>
            <a:chExt cx="10763167" cy="4083608"/>
          </a:xfrm>
        </p:grpSpPr>
        <p:grpSp>
          <p:nvGrpSpPr>
            <p:cNvPr id="6" name="2b751056-6b97-492c-b763-340acee7e99d"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757282" y="1700808"/>
              <a:ext cx="10763167" cy="4083608"/>
              <a:chOff x="1175743" y="1700808"/>
              <a:chExt cx="10344707" cy="4083608"/>
            </a:xfrm>
          </p:grpSpPr>
          <p:sp>
            <p:nvSpPr>
              <p:cNvPr id="7" name="iṡľïḑè"/>
              <p:cNvSpPr txBox="1"/>
              <p:nvPr/>
            </p:nvSpPr>
            <p:spPr bwMode="auto">
              <a:xfrm>
                <a:off x="3822155" y="1779399"/>
                <a:ext cx="7698295" cy="4003616"/>
              </a:xfrm>
              <a:prstGeom prst="rect">
                <a:avLst/>
              </a:prstGeom>
              <a:noFill/>
            </p:spPr>
            <p:txBody>
              <a:bodyPr wrap="square" tIns="0" anchor="t">
                <a:noAutofit/>
              </a:bodyPr>
              <a:lstStyle>
                <a:defPPr>
                  <a:defRPr lang="zh-CN"/>
                </a:defPPr>
                <a:lvl1pPr>
                  <a:defRPr sz="1600" b="1">
                    <a:latin typeface="Arial" panose="020B0604020202020204" pitchFamily="34" charset="0"/>
                    <a:ea typeface="微软雅黑" panose="020B0503020204020204" pitchFamily="34" charset="-122"/>
                    <a:cs typeface="+mn-ea"/>
                  </a:defRPr>
                </a:lvl1pPr>
                <a:lvl2pPr marL="742950" indent="-285750">
                  <a:defRPr sz="3200" b="1">
                    <a:solidFill>
                      <a:srgbClr val="4D4D4D"/>
                    </a:solidFill>
                    <a:latin typeface="Arial" panose="020B0604020202020204" pitchFamily="34" charset="0"/>
                    <a:ea typeface="黑体" panose="02010609060101010101" pitchFamily="49" charset="-122"/>
                  </a:defRPr>
                </a:lvl2pPr>
                <a:lvl3pPr marL="1143000" indent="-228600">
                  <a:defRPr sz="3200" b="1">
                    <a:solidFill>
                      <a:srgbClr val="4D4D4D"/>
                    </a:solidFill>
                    <a:latin typeface="Arial" panose="020B0604020202020204" pitchFamily="34" charset="0"/>
                    <a:ea typeface="黑体" panose="02010609060101010101" pitchFamily="49" charset="-122"/>
                  </a:defRPr>
                </a:lvl3pPr>
                <a:lvl4pPr marL="1600200" indent="-228600">
                  <a:defRPr sz="3200" b="1">
                    <a:solidFill>
                      <a:srgbClr val="4D4D4D"/>
                    </a:solidFill>
                    <a:latin typeface="Arial" panose="020B0604020202020204" pitchFamily="34" charset="0"/>
                    <a:ea typeface="黑体" panose="02010609060101010101" pitchFamily="49" charset="-122"/>
                  </a:defRPr>
                </a:lvl4pPr>
                <a:lvl5pPr marL="2057400" indent="-228600">
                  <a:defRPr sz="3200" b="1">
                    <a:solidFill>
                      <a:srgbClr val="4D4D4D"/>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3200" b="1">
                    <a:solidFill>
                      <a:srgbClr val="4D4D4D"/>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3200" b="1">
                    <a:solidFill>
                      <a:srgbClr val="4D4D4D"/>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3200" b="1">
                    <a:solidFill>
                      <a:srgbClr val="4D4D4D"/>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3200" b="1">
                    <a:solidFill>
                      <a:srgbClr val="4D4D4D"/>
                    </a:solidFill>
                    <a:latin typeface="Arial" panose="020B0604020202020204" pitchFamily="34" charset="0"/>
                    <a:ea typeface="黑体" panose="02010609060101010101" pitchFamily="49" charset="-122"/>
                  </a:defRPr>
                </a:lvl9pPr>
              </a:lstStyle>
              <a:p>
                <a:pPr marL="342900" indent="-342900">
                  <a:lnSpc>
                    <a:spcPct val="150000"/>
                  </a:lnSpc>
                  <a:buFont typeface="+mj-lt"/>
                  <a:buAutoNum type="arabicPeriod"/>
                </a:pPr>
                <a:r>
                  <a:rPr lang="zh-CN" altLang="en-US" sz="3200" b="0" dirty="0">
                    <a:latin typeface="Times New Roman" panose="02020603050405020304" pitchFamily="18" charset="0"/>
                    <a:ea typeface="楷体" panose="02010609060101010101" pitchFamily="49" charset="-122"/>
                    <a:sym typeface="Times New Roman" panose="02020603050405020304" pitchFamily="18" charset="0"/>
                  </a:rPr>
                  <a:t>项目简介</a:t>
                </a:r>
                <a:endParaRPr lang="en-US" altLang="zh-CN" sz="3200" b="0" dirty="0">
                  <a:latin typeface="Times New Roman" panose="02020603050405020304" pitchFamily="18" charset="0"/>
                  <a:ea typeface="楷体" panose="02010609060101010101" pitchFamily="49" charset="-122"/>
                  <a:sym typeface="Times New Roman" panose="02020603050405020304" pitchFamily="18" charset="0"/>
                </a:endParaRPr>
              </a:p>
              <a:p>
                <a:pPr marL="342900" indent="-342900">
                  <a:lnSpc>
                    <a:spcPct val="150000"/>
                  </a:lnSpc>
                  <a:buFont typeface="+mj-lt"/>
                  <a:buAutoNum type="arabicPeriod"/>
                </a:pPr>
                <a:r>
                  <a:rPr lang="zh-CN" altLang="en-US" sz="3200" b="0" dirty="0">
                    <a:latin typeface="Times New Roman" panose="02020603050405020304" pitchFamily="18" charset="0"/>
                    <a:ea typeface="楷体" panose="02010609060101010101" pitchFamily="49" charset="-122"/>
                    <a:sym typeface="Times New Roman" panose="02020603050405020304" pitchFamily="18" charset="0"/>
                  </a:rPr>
                  <a:t>功能概述</a:t>
                </a:r>
                <a:endParaRPr lang="en-US" altLang="zh-CN" sz="3200" b="0" dirty="0">
                  <a:latin typeface="Times New Roman" panose="02020603050405020304" pitchFamily="18" charset="0"/>
                  <a:ea typeface="楷体" panose="02010609060101010101" pitchFamily="49" charset="-122"/>
                  <a:sym typeface="Times New Roman" panose="02020603050405020304" pitchFamily="18" charset="0"/>
                </a:endParaRPr>
              </a:p>
              <a:p>
                <a:pPr marL="342900" indent="-342900">
                  <a:lnSpc>
                    <a:spcPct val="150000"/>
                  </a:lnSpc>
                  <a:buFont typeface="+mj-lt"/>
                  <a:buAutoNum type="arabicPeriod"/>
                </a:pPr>
                <a:r>
                  <a:rPr lang="zh-CN" altLang="en-US" sz="3200" b="0" dirty="0">
                    <a:latin typeface="Times New Roman" panose="02020603050405020304" pitchFamily="18" charset="0"/>
                    <a:ea typeface="楷体" panose="02010609060101010101" pitchFamily="49" charset="-122"/>
                    <a:sym typeface="Times New Roman" panose="02020603050405020304" pitchFamily="18" charset="0"/>
                  </a:rPr>
                  <a:t>设计详情</a:t>
                </a:r>
                <a:endParaRPr lang="en-US" altLang="zh-CN" sz="3200" b="0" dirty="0">
                  <a:latin typeface="Times New Roman" panose="02020603050405020304" pitchFamily="18" charset="0"/>
                  <a:ea typeface="楷体" panose="02010609060101010101" pitchFamily="49" charset="-122"/>
                  <a:sym typeface="Times New Roman" panose="02020603050405020304" pitchFamily="18" charset="0"/>
                </a:endParaRPr>
              </a:p>
            </p:txBody>
          </p:sp>
          <p:cxnSp>
            <p:nvCxnSpPr>
              <p:cNvPr id="8" name="直接连接符 7"/>
              <p:cNvCxnSpPr/>
              <p:nvPr/>
            </p:nvCxnSpPr>
            <p:spPr>
              <a:xfrm>
                <a:off x="3696888" y="1780800"/>
                <a:ext cx="0" cy="4003616"/>
              </a:xfrm>
              <a:prstGeom prst="line">
                <a:avLst/>
              </a:prstGeom>
              <a:solidFill>
                <a:srgbClr val="FFCC00"/>
              </a:solidFill>
              <a:ln w="3175" cap="flat" cmpd="sng" algn="ctr">
                <a:solidFill>
                  <a:schemeClr val="bg1">
                    <a:lumMod val="75000"/>
                  </a:schemeClr>
                </a:solidFill>
                <a:prstDash val="solid"/>
                <a:round/>
                <a:headEnd type="none" w="med" len="med"/>
                <a:tailEnd type="none" w="med" len="med"/>
              </a:ln>
              <a:effectLst/>
            </p:spPr>
          </p:cxnSp>
          <p:sp>
            <p:nvSpPr>
              <p:cNvPr id="9" name="išľïḋé"/>
              <p:cNvSpPr txBox="1"/>
              <p:nvPr/>
            </p:nvSpPr>
            <p:spPr>
              <a:xfrm>
                <a:off x="1175743" y="1700808"/>
                <a:ext cx="2521108" cy="523220"/>
              </a:xfrm>
              <a:prstGeom prst="rect">
                <a:avLst/>
              </a:prstGeom>
              <a:solidFill>
                <a:schemeClr val="bg1"/>
              </a:solidFill>
            </p:spPr>
            <p:txBody>
              <a:bodyPr wrap="square" rtlCol="0">
                <a:spAutoFit/>
              </a:bodyPr>
              <a:lstStyle/>
              <a:p>
                <a:pPr algn="r"/>
                <a:r>
                  <a:rPr lang="tr-TR" sz="2800" b="1">
                    <a:solidFill>
                      <a:schemeClr val="accent2"/>
                    </a:solidFill>
                    <a:latin typeface="Times New Roman" panose="02020603050405020304" pitchFamily="18" charset="0"/>
                    <a:ea typeface="楷体" panose="02010609060101010101" pitchFamily="49" charset="-122"/>
                    <a:cs typeface="+mn-ea"/>
                    <a:sym typeface="Times New Roman" panose="02020603050405020304" pitchFamily="18" charset="0"/>
                  </a:rPr>
                  <a:t>CONT</a:t>
                </a:r>
                <a:r>
                  <a:rPr lang="tr-TR" sz="100" b="1">
                    <a:solidFill>
                      <a:schemeClr val="accent2"/>
                    </a:solidFill>
                    <a:latin typeface="Times New Roman" panose="02020603050405020304" pitchFamily="18" charset="0"/>
                    <a:ea typeface="楷体" panose="02010609060101010101" pitchFamily="49" charset="-122"/>
                    <a:cs typeface="+mn-ea"/>
                    <a:sym typeface="Times New Roman" panose="02020603050405020304" pitchFamily="18" charset="0"/>
                  </a:rPr>
                  <a:t> </a:t>
                </a:r>
                <a:r>
                  <a:rPr lang="tr-TR" sz="2800" b="1">
                    <a:solidFill>
                      <a:schemeClr val="accent2"/>
                    </a:solidFill>
                    <a:latin typeface="Times New Roman" panose="02020603050405020304" pitchFamily="18" charset="0"/>
                    <a:ea typeface="楷体" panose="02010609060101010101" pitchFamily="49" charset="-122"/>
                    <a:cs typeface="+mn-ea"/>
                    <a:sym typeface="Times New Roman" panose="02020603050405020304" pitchFamily="18" charset="0"/>
                  </a:rPr>
                  <a:t>ENTS</a:t>
                </a:r>
                <a:endParaRPr lang="tr-TR" sz="2800" b="1" dirty="0">
                  <a:solidFill>
                    <a:schemeClr val="accent2"/>
                  </a:solidFill>
                  <a:latin typeface="Times New Roman" panose="02020603050405020304" pitchFamily="18" charset="0"/>
                  <a:ea typeface="楷体" panose="02010609060101010101" pitchFamily="49" charset="-122"/>
                  <a:cs typeface="+mn-ea"/>
                  <a:sym typeface="Times New Roman" panose="02020603050405020304" pitchFamily="18" charset="0"/>
                </a:endParaRPr>
              </a:p>
            </p:txBody>
          </p:sp>
        </p:grpSp>
        <p:sp>
          <p:nvSpPr>
            <p:cNvPr id="10" name="poetry_91022"/>
            <p:cNvSpPr>
              <a:spLocks noChangeAspect="1"/>
            </p:cNvSpPr>
            <p:nvPr/>
          </p:nvSpPr>
          <p:spPr bwMode="auto">
            <a:xfrm>
              <a:off x="2379533" y="4867348"/>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chemeClr val="bg1">
                <a:lumMod val="85000"/>
              </a:schemeClr>
            </a:solidFill>
            <a:ln>
              <a:noFill/>
            </a:ln>
          </p:spPr>
          <p:txBody>
            <a:bodyPr/>
            <a:lstStyle/>
            <a:p>
              <a:endParaRPr lang="zh-CN" altLang="en-US">
                <a:latin typeface="Times New Roman" panose="02020603050405020304" pitchFamily="18" charset="0"/>
                <a:ea typeface="楷体" panose="02010609060101010101" pitchFamily="49" charset="-122"/>
                <a:cs typeface="+mn-ea"/>
                <a:sym typeface="Times New Roman" panose="02020603050405020304" pitchFamily="18" charset="0"/>
              </a:endParaRPr>
            </a:p>
          </p:txBody>
        </p:sp>
      </p:grpSp>
    </p:spTree>
    <p:custDataLst>
      <p:tags r:id="rId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a:bodyPr>
          <a:lstStyle/>
          <a:p>
            <a:r>
              <a:rPr lang="zh-CN" altLang="en-US" sz="2800" dirty="0">
                <a:solidFill>
                  <a:schemeClr val="bg1"/>
                </a:solidFill>
                <a:latin typeface="Times New Roman" panose="02020603050405020304" pitchFamily="18" charset="0"/>
                <a:ea typeface="楷体" panose="02010609060101010101" pitchFamily="49" charset="-122"/>
                <a:sym typeface="Times New Roman" panose="02020603050405020304" pitchFamily="18" charset="0"/>
              </a:rPr>
              <a:t>项目简介</a:t>
            </a:r>
          </a:p>
        </p:txBody>
      </p:sp>
      <p:sp>
        <p:nvSpPr>
          <p:cNvPr id="9" name="文本框 8"/>
          <p:cNvSpPr txBox="1"/>
          <p:nvPr/>
        </p:nvSpPr>
        <p:spPr>
          <a:xfrm>
            <a:off x="7919634" y="1607238"/>
            <a:ext cx="1787728" cy="1554362"/>
          </a:xfrm>
          <a:prstGeom prst="rect">
            <a:avLst/>
          </a:prstGeom>
          <a:noFill/>
          <a:ln w="117475">
            <a:noFill/>
          </a:ln>
        </p:spPr>
        <p:txBody>
          <a:bodyPr wrap="none" rtlCol="0">
            <a:prstTxWarp prst="textPlain">
              <a:avLst/>
            </a:prstTxWarp>
            <a:spAutoFit/>
          </a:bodyPr>
          <a:lstStyle/>
          <a:p>
            <a:r>
              <a:rPr lang="en-US" altLang="zh-CN" spc="100">
                <a:solidFill>
                  <a:schemeClr val="bg1"/>
                </a:solidFill>
                <a:latin typeface="Times New Roman" panose="02020603050405020304" pitchFamily="18" charset="0"/>
                <a:ea typeface="楷体" panose="02010609060101010101" pitchFamily="49" charset="-122"/>
                <a:cs typeface="Arial" panose="020B0604020202020204" pitchFamily="34" charset="0"/>
                <a:sym typeface="Times New Roman" panose="02020603050405020304" pitchFamily="18" charset="0"/>
              </a:rPr>
              <a:t>/</a:t>
            </a:r>
            <a:r>
              <a:rPr lang="en-US" altLang="zh-CN" sz="100" spc="100">
                <a:solidFill>
                  <a:schemeClr val="bg1"/>
                </a:solidFill>
                <a:latin typeface="Times New Roman" panose="02020603050405020304" pitchFamily="18" charset="0"/>
                <a:ea typeface="楷体" panose="02010609060101010101" pitchFamily="49" charset="-122"/>
                <a:cs typeface="Arial" panose="020B0604020202020204" pitchFamily="34" charset="0"/>
                <a:sym typeface="Times New Roman" panose="02020603050405020304" pitchFamily="18" charset="0"/>
              </a:rPr>
              <a:t> </a:t>
            </a:r>
            <a:r>
              <a:rPr lang="en-US" altLang="zh-CN" spc="100">
                <a:solidFill>
                  <a:schemeClr val="bg1"/>
                </a:solidFill>
                <a:latin typeface="Times New Roman" panose="02020603050405020304" pitchFamily="18" charset="0"/>
                <a:ea typeface="楷体" panose="02010609060101010101" pitchFamily="49" charset="-122"/>
                <a:cs typeface="Arial" panose="020B0604020202020204" pitchFamily="34" charset="0"/>
                <a:sym typeface="Times New Roman" panose="02020603050405020304" pitchFamily="18" charset="0"/>
              </a:rPr>
              <a:t>01</a:t>
            </a:r>
            <a:endParaRPr lang="zh-CN" altLang="en-US" spc="100" dirty="0">
              <a:solidFill>
                <a:schemeClr val="bg1"/>
              </a:solidFill>
              <a:latin typeface="Times New Roman" panose="02020603050405020304" pitchFamily="18" charset="0"/>
              <a:ea typeface="楷体" panose="02010609060101010101" pitchFamily="49" charset="-122"/>
              <a:cs typeface="Arial" panose="020B0604020202020204" pitchFamily="34" charset="0"/>
              <a:sym typeface="Times New Roman" panose="02020603050405020304" pitchFamily="18" charset="0"/>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5196840" y="1706880"/>
            <a:ext cx="4998720" cy="2308324"/>
          </a:xfrm>
          <a:prstGeom prst="rect">
            <a:avLst/>
          </a:prstGeom>
          <a:noFill/>
        </p:spPr>
        <p:txBody>
          <a:bodyPr wrap="square" rtlCol="0">
            <a:spAutoFit/>
          </a:bodyPr>
          <a:lstStyle/>
          <a:p>
            <a:r>
              <a:rPr lang="zh-CN" altLang="zh-CN" sz="2400" dirty="0">
                <a:latin typeface="Times New Roman" panose="02020603050405020304" pitchFamily="18" charset="0"/>
                <a:ea typeface="楷体" panose="02010609060101010101" pitchFamily="49" charset="-122"/>
                <a:sym typeface="Times New Roman" panose="02020603050405020304" pitchFamily="18" charset="0"/>
              </a:rPr>
              <a:t>项目名称：</a:t>
            </a:r>
            <a:r>
              <a:rPr lang="en-US" altLang="zh-CN" sz="2400" dirty="0">
                <a:latin typeface="Times New Roman" panose="02020603050405020304" pitchFamily="18" charset="0"/>
                <a:ea typeface="楷体" panose="02010609060101010101" pitchFamily="49" charset="-122"/>
                <a:sym typeface="Times New Roman" panose="02020603050405020304" pitchFamily="18" charset="0"/>
              </a:rPr>
              <a:t>Cookbook</a:t>
            </a:r>
            <a:r>
              <a:rPr lang="zh-CN" altLang="en-US" sz="2400" dirty="0">
                <a:latin typeface="Times New Roman" panose="02020603050405020304" pitchFamily="18" charset="0"/>
                <a:ea typeface="楷体" panose="02010609060101010101" pitchFamily="49" charset="-122"/>
                <a:sym typeface="Times New Roman" panose="02020603050405020304" pitchFamily="18" charset="0"/>
              </a:rPr>
              <a:t>菜谱分享网站</a:t>
            </a:r>
            <a:endParaRPr lang="en-US" altLang="zh-CN" sz="2400" dirty="0">
              <a:latin typeface="Times New Roman" panose="02020603050405020304" pitchFamily="18" charset="0"/>
              <a:ea typeface="楷体" panose="02010609060101010101" pitchFamily="49" charset="-122"/>
              <a:sym typeface="Times New Roman" panose="02020603050405020304" pitchFamily="18" charset="0"/>
            </a:endParaRPr>
          </a:p>
          <a:p>
            <a:r>
              <a:rPr lang="zh-CN" altLang="en-US" sz="2400" dirty="0">
                <a:latin typeface="Times New Roman" panose="02020603050405020304" pitchFamily="18" charset="0"/>
                <a:ea typeface="楷体" panose="02010609060101010101" pitchFamily="49" charset="-122"/>
                <a:sym typeface="Times New Roman" panose="02020603050405020304" pitchFamily="18" charset="0"/>
              </a:rPr>
              <a:t>项目类型：</a:t>
            </a:r>
            <a:r>
              <a:rPr lang="en-US" altLang="zh-CN" sz="2400" dirty="0" err="1">
                <a:latin typeface="Times New Roman" panose="02020603050405020304" pitchFamily="18" charset="0"/>
                <a:ea typeface="楷体" panose="02010609060101010101" pitchFamily="49" charset="-122"/>
                <a:sym typeface="Times New Roman" panose="02020603050405020304" pitchFamily="18" charset="0"/>
              </a:rPr>
              <a:t>JavaWeb</a:t>
            </a:r>
            <a:endParaRPr lang="zh-CN" altLang="zh-CN" sz="2400" dirty="0">
              <a:latin typeface="Times New Roman" panose="02020603050405020304" pitchFamily="18" charset="0"/>
              <a:ea typeface="楷体" panose="02010609060101010101" pitchFamily="49" charset="-122"/>
              <a:sym typeface="Times New Roman" panose="02020603050405020304" pitchFamily="18" charset="0"/>
            </a:endParaRPr>
          </a:p>
          <a:p>
            <a:r>
              <a:rPr lang="zh-CN" altLang="zh-CN" sz="2400" dirty="0">
                <a:latin typeface="Times New Roman" panose="02020603050405020304" pitchFamily="18" charset="0"/>
                <a:ea typeface="楷体" panose="02010609060101010101" pitchFamily="49" charset="-122"/>
                <a:sym typeface="Times New Roman" panose="02020603050405020304" pitchFamily="18" charset="0"/>
              </a:rPr>
              <a:t>软件环境：</a:t>
            </a:r>
            <a:r>
              <a:rPr lang="en-US" altLang="zh-CN" sz="2400" dirty="0">
                <a:latin typeface="Times New Roman" panose="02020603050405020304" pitchFamily="18" charset="0"/>
                <a:ea typeface="楷体" panose="02010609060101010101" pitchFamily="49" charset="-122"/>
                <a:sym typeface="Times New Roman" panose="02020603050405020304" pitchFamily="18" charset="0"/>
              </a:rPr>
              <a:t>Mysql8.0</a:t>
            </a:r>
            <a:r>
              <a:rPr lang="zh-CN" altLang="en-US" sz="2400" dirty="0">
                <a:latin typeface="Times New Roman" panose="02020603050405020304" pitchFamily="18" charset="0"/>
                <a:ea typeface="楷体" panose="02010609060101010101" pitchFamily="49" charset="-122"/>
                <a:sym typeface="Times New Roman" panose="02020603050405020304" pitchFamily="18" charset="0"/>
              </a:rPr>
              <a:t>、</a:t>
            </a:r>
            <a:r>
              <a:rPr lang="en-US" altLang="zh-CN" sz="2400">
                <a:latin typeface="Times New Roman" panose="02020603050405020304" pitchFamily="18" charset="0"/>
                <a:ea typeface="楷体" panose="02010609060101010101" pitchFamily="49" charset="-122"/>
                <a:sym typeface="Times New Roman" panose="02020603050405020304" pitchFamily="18" charset="0"/>
              </a:rPr>
              <a:t>Tomcat9.0</a:t>
            </a:r>
            <a:endParaRPr lang="en-US" altLang="zh-CN" sz="2400" dirty="0">
              <a:latin typeface="Times New Roman" panose="02020603050405020304" pitchFamily="18" charset="0"/>
              <a:ea typeface="楷体" panose="02010609060101010101" pitchFamily="49" charset="-122"/>
              <a:sym typeface="Times New Roman" panose="02020603050405020304" pitchFamily="18" charset="0"/>
            </a:endParaRPr>
          </a:p>
          <a:p>
            <a:r>
              <a:rPr lang="zh-CN" altLang="zh-CN" sz="2400" dirty="0">
                <a:latin typeface="Times New Roman" panose="02020603050405020304" pitchFamily="18" charset="0"/>
                <a:ea typeface="楷体" panose="02010609060101010101" pitchFamily="49" charset="-122"/>
                <a:sym typeface="Times New Roman" panose="02020603050405020304" pitchFamily="18" charset="0"/>
              </a:rPr>
              <a:t>开发工具：</a:t>
            </a:r>
            <a:r>
              <a:rPr lang="en-US" altLang="zh-CN" sz="2400" dirty="0">
                <a:latin typeface="Times New Roman" panose="02020603050405020304" pitchFamily="18" charset="0"/>
                <a:ea typeface="楷体" panose="02010609060101010101" pitchFamily="49" charset="-122"/>
                <a:sym typeface="Times New Roman" panose="02020603050405020304" pitchFamily="18" charset="0"/>
              </a:rPr>
              <a:t>IntelliJ IDEA</a:t>
            </a:r>
            <a:r>
              <a:rPr lang="zh-CN" altLang="en-US" sz="2400" dirty="0">
                <a:latin typeface="Times New Roman" panose="02020603050405020304" pitchFamily="18" charset="0"/>
                <a:ea typeface="楷体" panose="02010609060101010101" pitchFamily="49" charset="-122"/>
                <a:sym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sym typeface="Times New Roman" panose="02020603050405020304" pitchFamily="18" charset="0"/>
              </a:rPr>
              <a:t>Git</a:t>
            </a:r>
            <a:r>
              <a:rPr lang="zh-CN" altLang="en-US" sz="2400" dirty="0">
                <a:latin typeface="Times New Roman" panose="02020603050405020304" pitchFamily="18" charset="0"/>
                <a:ea typeface="楷体" panose="02010609060101010101" pitchFamily="49" charset="-122"/>
                <a:sym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sym typeface="Times New Roman" panose="02020603050405020304" pitchFamily="18" charset="0"/>
              </a:rPr>
              <a:t>Postman</a:t>
            </a:r>
            <a:r>
              <a:rPr lang="zh-CN" altLang="en-US" sz="2400" dirty="0">
                <a:latin typeface="Times New Roman" panose="02020603050405020304" pitchFamily="18" charset="0"/>
                <a:ea typeface="楷体" panose="02010609060101010101" pitchFamily="49" charset="-122"/>
                <a:sym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sym typeface="Times New Roman" panose="02020603050405020304" pitchFamily="18" charset="0"/>
              </a:rPr>
              <a:t>Axure</a:t>
            </a:r>
            <a:r>
              <a:rPr lang="zh-CN" altLang="en-US" sz="2400" dirty="0">
                <a:latin typeface="Times New Roman" panose="02020603050405020304" pitchFamily="18" charset="0"/>
                <a:ea typeface="楷体" panose="02010609060101010101" pitchFamily="49" charset="-122"/>
                <a:sym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sym typeface="Times New Roman" panose="02020603050405020304" pitchFamily="18" charset="0"/>
              </a:rPr>
              <a:t>Power Designer</a:t>
            </a:r>
          </a:p>
          <a:p>
            <a:endParaRPr lang="en-US" altLang="zh-CN" sz="2400" dirty="0">
              <a:latin typeface="Times New Roman" panose="02020603050405020304" pitchFamily="18" charset="0"/>
              <a:ea typeface="楷体" panose="02010609060101010101" pitchFamily="49" charset="-122"/>
              <a:sym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Times New Roman" panose="02020603050405020304" pitchFamily="18" charset="0"/>
                <a:ea typeface="楷体" panose="02010609060101010101" pitchFamily="49" charset="-122"/>
                <a:sym typeface="Times New Roman" panose="02020603050405020304" pitchFamily="18" charset="0"/>
              </a:rPr>
              <a:t> </a:t>
            </a:r>
            <a:endParaRPr lang="zh-CN" altLang="en-US" dirty="0">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3" name="页脚占位符 2"/>
          <p:cNvSpPr>
            <a:spLocks noGrp="1"/>
          </p:cNvSpPr>
          <p:nvPr>
            <p:ph type="ftr" sz="quarter" idx="11"/>
          </p:nvPr>
        </p:nvSpPr>
        <p:spPr/>
        <p:txBody>
          <a:bodyPr/>
          <a:lstStyle/>
          <a:p>
            <a:endParaRPr lang="zh-CN" altLang="en-US" dirty="0">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5DD3DB80-B894-403A-B48E-6FDC1A72010E}" type="slidenum">
              <a:rPr lang="zh-CN" altLang="en-US" smtClean="0">
                <a:latin typeface="Times New Roman" panose="02020603050405020304" pitchFamily="18" charset="0"/>
                <a:ea typeface="楷体" panose="02010609060101010101" pitchFamily="49" charset="-122"/>
                <a:sym typeface="Times New Roman" panose="02020603050405020304" pitchFamily="18" charset="0"/>
              </a:rPr>
              <a:t>5</a:t>
            </a:fld>
            <a:endParaRPr lang="zh-CN" altLang="en-US">
              <a:latin typeface="Times New Roman" panose="02020603050405020304" pitchFamily="18" charset="0"/>
              <a:ea typeface="楷体" panose="02010609060101010101" pitchFamily="49" charset="-122"/>
              <a:sym typeface="Times New Roman" panose="02020603050405020304" pitchFamily="18" charset="0"/>
            </a:endParaRPr>
          </a:p>
        </p:txBody>
      </p:sp>
      <p:grpSp>
        <p:nvGrpSpPr>
          <p:cNvPr id="5" name="#282152"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2"/>
            </p:custDataLst>
          </p:nvPr>
        </p:nvGrpSpPr>
        <p:grpSpPr>
          <a:xfrm>
            <a:off x="-795" y="1472148"/>
            <a:ext cx="12192000" cy="4214087"/>
            <a:chOff x="0" y="1480480"/>
            <a:chExt cx="12192000" cy="4214087"/>
          </a:xfrm>
        </p:grpSpPr>
        <p:cxnSp>
          <p:nvCxnSpPr>
            <p:cNvPr id="6" name="直接连接符 5"/>
            <p:cNvCxnSpPr>
              <a:stCxn id="133" idx="3"/>
              <a:endCxn id="20" idx="0"/>
            </p:cNvCxnSpPr>
            <p:nvPr/>
          </p:nvCxnSpPr>
          <p:spPr>
            <a:xfrm flipH="1">
              <a:off x="9687723" y="2443052"/>
              <a:ext cx="6329" cy="2671274"/>
            </a:xfrm>
            <a:prstGeom prst="line">
              <a:avLst/>
            </a:prstGeom>
            <a:ln w="3175" cap="rnd">
              <a:solidFill>
                <a:schemeClr val="bg1">
                  <a:lumMod val="75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0" y="5211558"/>
              <a:ext cx="12192000" cy="0"/>
            </a:xfrm>
            <a:prstGeom prst="line">
              <a:avLst/>
            </a:prstGeom>
            <a:ln w="38100" cap="flat" cmpd="sng" algn="ctr">
              <a:solidFill>
                <a:schemeClr val="bg1">
                  <a:lumMod val="9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î$ļíḑê"/>
            <p:cNvSpPr/>
            <p:nvPr/>
          </p:nvSpPr>
          <p:spPr>
            <a:xfrm>
              <a:off x="872331" y="5114326"/>
              <a:ext cx="194470" cy="194464"/>
            </a:xfrm>
            <a:prstGeom prst="ellipse">
              <a:avLst/>
            </a:prstGeom>
            <a:solidFill>
              <a:srgbClr val="92D050"/>
            </a:solidFill>
            <a:ln w="38100" cap="flat" cmpd="sng" algn="ctr">
              <a:solidFill>
                <a:schemeClr val="bg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9" name="islïḓè"/>
            <p:cNvSpPr txBox="1"/>
            <p:nvPr/>
          </p:nvSpPr>
          <p:spPr bwMode="auto">
            <a:xfrm>
              <a:off x="517525" y="5308791"/>
              <a:ext cx="911225" cy="368110"/>
            </a:xfrm>
            <a:prstGeom prst="rect">
              <a:avLst/>
            </a:prstGeom>
            <a:noFill/>
          </p:spPr>
          <p:txBody>
            <a:bodyPr wrap="square" lIns="91440" tIns="45720" rIns="91440" bIns="45720" anchor="t" anchorCtr="0">
              <a:normAutofit/>
            </a:bodyPr>
            <a:lstStyle/>
            <a:p>
              <a:pPr algn="ctr"/>
              <a:r>
                <a:rPr lang="en-US" altLang="zh-CN" sz="1200" dirty="0">
                  <a:latin typeface="Times New Roman" panose="02020603050405020304" pitchFamily="18" charset="0"/>
                  <a:ea typeface="楷体" panose="02010609060101010101" pitchFamily="49" charset="-122"/>
                  <a:sym typeface="Times New Roman" panose="02020603050405020304" pitchFamily="18" charset="0"/>
                </a:rPr>
                <a:t>7-23</a:t>
              </a:r>
              <a:endParaRPr lang="zh-CN" altLang="en-US" sz="1200" dirty="0">
                <a:effectLst/>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60" name="íSḷïḋê"/>
            <p:cNvSpPr/>
            <p:nvPr/>
          </p:nvSpPr>
          <p:spPr>
            <a:xfrm>
              <a:off x="872331" y="4157167"/>
              <a:ext cx="1914278" cy="391664"/>
            </a:xfrm>
            <a:prstGeom prst="rect">
              <a:avLst/>
            </a:prstGeom>
          </p:spPr>
          <p:txBody>
            <a:bodyPr wrap="none" lIns="90000" tIns="46800" rIns="90000" bIns="46800" anchor="b" anchorCtr="0">
              <a:normAutofit/>
            </a:bodyPr>
            <a:lstStyle/>
            <a:p>
              <a:r>
                <a:rPr lang="zh-CN" altLang="en-US" sz="1400" b="1" dirty="0">
                  <a:latin typeface="Times New Roman" panose="02020603050405020304" pitchFamily="18" charset="0"/>
                  <a:ea typeface="楷体" panose="02010609060101010101" pitchFamily="49" charset="-122"/>
                  <a:sym typeface="Times New Roman" panose="02020603050405020304" pitchFamily="18" charset="0"/>
                </a:rPr>
                <a:t>商讨主题</a:t>
              </a:r>
              <a:endParaRPr lang="zh-CN" altLang="en-US" sz="1400" b="1" dirty="0">
                <a:effectLst/>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11" name="îŝḻíḋè"/>
            <p:cNvSpPr/>
            <p:nvPr/>
          </p:nvSpPr>
          <p:spPr>
            <a:xfrm>
              <a:off x="2042657" y="5114326"/>
              <a:ext cx="194470" cy="194464"/>
            </a:xfrm>
            <a:prstGeom prst="ellipse">
              <a:avLst/>
            </a:prstGeom>
            <a:solidFill>
              <a:srgbClr val="D4E4D7"/>
            </a:solidFill>
            <a:ln w="38100" cap="flat" cmpd="sng" algn="ctr">
              <a:solidFill>
                <a:schemeClr val="bg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12" name="íṧḻîdè"/>
            <p:cNvSpPr txBox="1"/>
            <p:nvPr/>
          </p:nvSpPr>
          <p:spPr bwMode="auto">
            <a:xfrm>
              <a:off x="1647628" y="5305460"/>
              <a:ext cx="911225" cy="368110"/>
            </a:xfrm>
            <a:prstGeom prst="rect">
              <a:avLst/>
            </a:prstGeom>
            <a:noFill/>
          </p:spPr>
          <p:txBody>
            <a:bodyPr wrap="square" lIns="91440" tIns="45720" rIns="91440" bIns="45720" anchor="t" anchorCtr="0">
              <a:normAutofit/>
            </a:bodyPr>
            <a:lstStyle/>
            <a:p>
              <a:pPr algn="ctr"/>
              <a:r>
                <a:rPr lang="en-US" altLang="zh-CN" sz="1200" dirty="0">
                  <a:latin typeface="Times New Roman" panose="02020603050405020304" pitchFamily="18" charset="0"/>
                  <a:ea typeface="楷体" panose="02010609060101010101" pitchFamily="49" charset="-122"/>
                  <a:sym typeface="Times New Roman" panose="02020603050405020304" pitchFamily="18" charset="0"/>
                </a:rPr>
                <a:t>7-25</a:t>
              </a:r>
              <a:endParaRPr lang="zh-CN" altLang="en-US" sz="1200" dirty="0">
                <a:effectLst/>
                <a:latin typeface="Times New Roman" panose="02020603050405020304" pitchFamily="18" charset="0"/>
                <a:ea typeface="楷体" panose="02010609060101010101" pitchFamily="49" charset="-122"/>
                <a:sym typeface="Times New Roman" panose="02020603050405020304" pitchFamily="18" charset="0"/>
              </a:endParaRPr>
            </a:p>
          </p:txBody>
        </p:sp>
        <p:grpSp>
          <p:nvGrpSpPr>
            <p:cNvPr id="55" name="íSlïḑè"/>
            <p:cNvGrpSpPr/>
            <p:nvPr/>
          </p:nvGrpSpPr>
          <p:grpSpPr>
            <a:xfrm>
              <a:off x="2059124" y="3389415"/>
              <a:ext cx="2928998" cy="835543"/>
              <a:chOff x="3586495" y="1807359"/>
              <a:chExt cx="2928998" cy="835543"/>
            </a:xfrm>
          </p:grpSpPr>
          <p:sp>
            <p:nvSpPr>
              <p:cNvPr id="56" name="íŝḻíďé"/>
              <p:cNvSpPr/>
              <p:nvPr/>
            </p:nvSpPr>
            <p:spPr>
              <a:xfrm>
                <a:off x="3586495" y="2251238"/>
                <a:ext cx="1914278" cy="391664"/>
              </a:xfrm>
              <a:prstGeom prst="rect">
                <a:avLst/>
              </a:prstGeom>
            </p:spPr>
            <p:txBody>
              <a:bodyPr wrap="none" lIns="90000" tIns="46800" rIns="90000" bIns="46800" anchor="b" anchorCtr="0">
                <a:normAutofit/>
              </a:bodyPr>
              <a:lstStyle/>
              <a:p>
                <a:r>
                  <a:rPr lang="zh-CN" altLang="en-US" sz="1400" b="1" dirty="0">
                    <a:latin typeface="Times New Roman" panose="02020603050405020304" pitchFamily="18" charset="0"/>
                    <a:ea typeface="楷体" panose="02010609060101010101" pitchFamily="49" charset="-122"/>
                    <a:sym typeface="Times New Roman" panose="02020603050405020304" pitchFamily="18" charset="0"/>
                  </a:rPr>
                  <a:t>表结构</a:t>
                </a:r>
                <a:endParaRPr lang="zh-CN" altLang="en-US" sz="1400" b="1" dirty="0">
                  <a:effectLst/>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57" name="îš1îḓê"/>
              <p:cNvSpPr/>
              <p:nvPr/>
            </p:nvSpPr>
            <p:spPr>
              <a:xfrm>
                <a:off x="4601215" y="1807359"/>
                <a:ext cx="1914278" cy="581274"/>
              </a:xfrm>
              <a:prstGeom prst="rect">
                <a:avLst/>
              </a:prstGeom>
            </p:spPr>
            <p:txBody>
              <a:bodyPr wrap="square" lIns="90000" tIns="46800" rIns="90000" bIns="46800">
                <a:normAutofit/>
              </a:bodyPr>
              <a:lstStyle/>
              <a:p>
                <a:pPr>
                  <a:lnSpc>
                    <a:spcPct val="120000"/>
                  </a:lnSpc>
                </a:pPr>
                <a:endParaRPr lang="en-US" altLang="zh-CN" sz="1100" dirty="0">
                  <a:latin typeface="Times New Roman" panose="02020603050405020304" pitchFamily="18" charset="0"/>
                  <a:ea typeface="楷体" panose="02010609060101010101" pitchFamily="49" charset="-122"/>
                  <a:sym typeface="Times New Roman" panose="02020603050405020304" pitchFamily="18" charset="0"/>
                </a:endParaRPr>
              </a:p>
            </p:txBody>
          </p:sp>
        </p:grpSp>
        <p:sp>
          <p:nvSpPr>
            <p:cNvPr id="14" name="ïṥľîḍê"/>
            <p:cNvSpPr/>
            <p:nvPr/>
          </p:nvSpPr>
          <p:spPr>
            <a:xfrm>
              <a:off x="3797896" y="5131993"/>
              <a:ext cx="194470" cy="194464"/>
            </a:xfrm>
            <a:prstGeom prst="ellipse">
              <a:avLst/>
            </a:prstGeom>
            <a:solidFill>
              <a:srgbClr val="D4E4D7"/>
            </a:solidFill>
            <a:ln w="38100" cap="flat" cmpd="sng" algn="ctr">
              <a:solidFill>
                <a:schemeClr val="bg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15" name="îšľiḑe"/>
            <p:cNvSpPr txBox="1"/>
            <p:nvPr/>
          </p:nvSpPr>
          <p:spPr bwMode="auto">
            <a:xfrm>
              <a:off x="3450157" y="5302337"/>
              <a:ext cx="911225" cy="368110"/>
            </a:xfrm>
            <a:prstGeom prst="rect">
              <a:avLst/>
            </a:prstGeom>
            <a:noFill/>
          </p:spPr>
          <p:txBody>
            <a:bodyPr wrap="square" lIns="91440" tIns="45720" rIns="91440" bIns="45720" anchor="t" anchorCtr="0">
              <a:normAutofit/>
            </a:bodyPr>
            <a:lstStyle/>
            <a:p>
              <a:pPr algn="ctr"/>
              <a:endParaRPr lang="zh-CN" altLang="en-US" sz="1200" dirty="0">
                <a:effectLst/>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52" name="ïśļidê"/>
            <p:cNvSpPr/>
            <p:nvPr/>
          </p:nvSpPr>
          <p:spPr>
            <a:xfrm>
              <a:off x="4688231" y="3362857"/>
              <a:ext cx="1914278" cy="391664"/>
            </a:xfrm>
            <a:prstGeom prst="rect">
              <a:avLst/>
            </a:prstGeom>
          </p:spPr>
          <p:txBody>
            <a:bodyPr wrap="none" lIns="90000" tIns="46800" rIns="90000" bIns="46800" anchor="b" anchorCtr="0">
              <a:normAutofit/>
            </a:bodyPr>
            <a:lstStyle/>
            <a:p>
              <a:r>
                <a:rPr lang="zh-CN" altLang="en-US" sz="1100" b="1" dirty="0">
                  <a:effectLst/>
                  <a:latin typeface="Times New Roman" panose="02020603050405020304" pitchFamily="18" charset="0"/>
                  <a:ea typeface="楷体" panose="02010609060101010101" pitchFamily="49" charset="-122"/>
                  <a:sym typeface="Times New Roman" panose="02020603050405020304" pitchFamily="18" charset="0"/>
                </a:rPr>
                <a:t>前端静态页面</a:t>
              </a:r>
            </a:p>
          </p:txBody>
        </p:sp>
        <p:sp>
          <p:nvSpPr>
            <p:cNvPr id="17" name="íṣ1iḓè"/>
            <p:cNvSpPr/>
            <p:nvPr/>
          </p:nvSpPr>
          <p:spPr>
            <a:xfrm>
              <a:off x="6386571" y="5107873"/>
              <a:ext cx="194470" cy="194464"/>
            </a:xfrm>
            <a:prstGeom prst="ellipse">
              <a:avLst/>
            </a:prstGeom>
            <a:solidFill>
              <a:srgbClr val="92D050"/>
            </a:solidFill>
            <a:ln w="38100" cap="flat" cmpd="sng" algn="ctr">
              <a:solidFill>
                <a:schemeClr val="bg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latin typeface="Times New Roman" panose="02020603050405020304" pitchFamily="18" charset="0"/>
                <a:ea typeface="楷体" panose="02010609060101010101" pitchFamily="49" charset="-122"/>
                <a:sym typeface="Times New Roman" panose="02020603050405020304" pitchFamily="18" charset="0"/>
              </a:endParaRPr>
            </a:p>
          </p:txBody>
        </p:sp>
        <p:grpSp>
          <p:nvGrpSpPr>
            <p:cNvPr id="47" name="íSļidé"/>
            <p:cNvGrpSpPr/>
            <p:nvPr/>
          </p:nvGrpSpPr>
          <p:grpSpPr>
            <a:xfrm>
              <a:off x="4646157" y="2326077"/>
              <a:ext cx="2863487" cy="791698"/>
              <a:chOff x="1817820" y="1755535"/>
              <a:chExt cx="2863487" cy="791698"/>
            </a:xfrm>
          </p:grpSpPr>
          <p:sp>
            <p:nvSpPr>
              <p:cNvPr id="48" name="íś1ïḓè"/>
              <p:cNvSpPr/>
              <p:nvPr/>
            </p:nvSpPr>
            <p:spPr>
              <a:xfrm>
                <a:off x="1817820" y="2155569"/>
                <a:ext cx="1914278" cy="391664"/>
              </a:xfrm>
              <a:prstGeom prst="rect">
                <a:avLst/>
              </a:prstGeom>
            </p:spPr>
            <p:txBody>
              <a:bodyPr wrap="none" lIns="90000" tIns="46800" rIns="90000" bIns="46800" anchor="b" anchorCtr="0">
                <a:normAutofit/>
              </a:bodyPr>
              <a:lstStyle/>
              <a:p>
                <a:r>
                  <a:rPr lang="zh-CN" altLang="en-US" sz="1400" b="1" dirty="0">
                    <a:effectLst/>
                    <a:latin typeface="Times New Roman" panose="02020603050405020304" pitchFamily="18" charset="0"/>
                    <a:ea typeface="楷体" panose="02010609060101010101" pitchFamily="49" charset="-122"/>
                    <a:sym typeface="Times New Roman" panose="02020603050405020304" pitchFamily="18" charset="0"/>
                  </a:rPr>
                  <a:t>后端框架确立</a:t>
                </a:r>
              </a:p>
            </p:txBody>
          </p:sp>
          <p:sp>
            <p:nvSpPr>
              <p:cNvPr id="49" name="íṣľíde"/>
              <p:cNvSpPr/>
              <p:nvPr/>
            </p:nvSpPr>
            <p:spPr>
              <a:xfrm>
                <a:off x="2767029" y="1755535"/>
                <a:ext cx="1914278" cy="581274"/>
              </a:xfrm>
              <a:prstGeom prst="rect">
                <a:avLst/>
              </a:prstGeom>
            </p:spPr>
            <p:txBody>
              <a:bodyPr wrap="square" lIns="90000" tIns="46800" rIns="90000" bIns="46800">
                <a:normAutofit/>
              </a:bodyPr>
              <a:lstStyle/>
              <a:p>
                <a:pPr>
                  <a:lnSpc>
                    <a:spcPct val="120000"/>
                  </a:lnSpc>
                </a:pPr>
                <a:endParaRPr lang="en-US" altLang="zh-CN" sz="1100" dirty="0">
                  <a:latin typeface="Times New Roman" panose="02020603050405020304" pitchFamily="18" charset="0"/>
                  <a:ea typeface="楷体" panose="02010609060101010101" pitchFamily="49" charset="-122"/>
                  <a:sym typeface="Times New Roman" panose="02020603050405020304" pitchFamily="18" charset="0"/>
                </a:endParaRPr>
              </a:p>
            </p:txBody>
          </p:sp>
        </p:grpSp>
        <p:sp>
          <p:nvSpPr>
            <p:cNvPr id="20" name="i$1ïḓê"/>
            <p:cNvSpPr/>
            <p:nvPr/>
          </p:nvSpPr>
          <p:spPr>
            <a:xfrm>
              <a:off x="9590488" y="5114326"/>
              <a:ext cx="194470" cy="194464"/>
            </a:xfrm>
            <a:prstGeom prst="ellipse">
              <a:avLst/>
            </a:prstGeom>
            <a:solidFill>
              <a:srgbClr val="92D050"/>
            </a:solidFill>
            <a:ln w="38100" cap="flat" cmpd="sng" algn="ctr">
              <a:solidFill>
                <a:schemeClr val="bg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21" name="iS1îḋé"/>
            <p:cNvSpPr txBox="1"/>
            <p:nvPr/>
          </p:nvSpPr>
          <p:spPr bwMode="auto">
            <a:xfrm>
              <a:off x="9237247" y="5326457"/>
              <a:ext cx="911225" cy="368110"/>
            </a:xfrm>
            <a:prstGeom prst="rect">
              <a:avLst/>
            </a:prstGeom>
            <a:noFill/>
          </p:spPr>
          <p:txBody>
            <a:bodyPr wrap="square" lIns="91440" tIns="45720" rIns="91440" bIns="45720" anchor="t" anchorCtr="0">
              <a:normAutofit/>
            </a:bodyPr>
            <a:lstStyle/>
            <a:p>
              <a:pPr algn="ctr"/>
              <a:r>
                <a:rPr lang="en-US" altLang="zh-CN" sz="1200" dirty="0">
                  <a:latin typeface="Times New Roman" panose="02020603050405020304" pitchFamily="18" charset="0"/>
                  <a:ea typeface="楷体" panose="02010609060101010101" pitchFamily="49" charset="-122"/>
                  <a:sym typeface="Times New Roman" panose="02020603050405020304" pitchFamily="18" charset="0"/>
                </a:rPr>
                <a:t>8-16</a:t>
              </a:r>
              <a:endParaRPr lang="zh-CN" altLang="en-US" sz="1200" dirty="0">
                <a:effectLst/>
                <a:latin typeface="Times New Roman" panose="02020603050405020304" pitchFamily="18" charset="0"/>
                <a:ea typeface="楷体" panose="02010609060101010101" pitchFamily="49" charset="-122"/>
                <a:sym typeface="Times New Roman" panose="02020603050405020304" pitchFamily="18" charset="0"/>
              </a:endParaRPr>
            </a:p>
          </p:txBody>
        </p:sp>
        <p:grpSp>
          <p:nvGrpSpPr>
            <p:cNvPr id="43" name="ïṡļïḋe"/>
            <p:cNvGrpSpPr/>
            <p:nvPr/>
          </p:nvGrpSpPr>
          <p:grpSpPr>
            <a:xfrm>
              <a:off x="9607405" y="1480480"/>
              <a:ext cx="1914278" cy="972938"/>
              <a:chOff x="4601215" y="1415695"/>
              <a:chExt cx="1914278" cy="972938"/>
            </a:xfrm>
          </p:grpSpPr>
          <p:sp>
            <p:nvSpPr>
              <p:cNvPr id="44" name="ïşḷïďè"/>
              <p:cNvSpPr/>
              <p:nvPr/>
            </p:nvSpPr>
            <p:spPr>
              <a:xfrm>
                <a:off x="4601215" y="1415695"/>
                <a:ext cx="1914278" cy="391664"/>
              </a:xfrm>
              <a:prstGeom prst="rect">
                <a:avLst/>
              </a:prstGeom>
            </p:spPr>
            <p:txBody>
              <a:bodyPr wrap="none" lIns="90000" tIns="46800" rIns="90000" bIns="46800" anchor="b" anchorCtr="0">
                <a:normAutofit/>
              </a:bodyPr>
              <a:lstStyle/>
              <a:p>
                <a:r>
                  <a:rPr lang="zh-CN" altLang="en-US" sz="1400" b="1" dirty="0">
                    <a:latin typeface="Times New Roman" panose="02020603050405020304" pitchFamily="18" charset="0"/>
                    <a:ea typeface="楷体" panose="02010609060101010101" pitchFamily="49" charset="-122"/>
                    <a:sym typeface="Times New Roman" panose="02020603050405020304" pitchFamily="18" charset="0"/>
                  </a:rPr>
                  <a:t>优化</a:t>
                </a:r>
                <a:endParaRPr lang="zh-CN" altLang="en-US" sz="1400" b="1" dirty="0">
                  <a:effectLst/>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45" name="íṡḻîḑe"/>
              <p:cNvSpPr/>
              <p:nvPr/>
            </p:nvSpPr>
            <p:spPr>
              <a:xfrm>
                <a:off x="4601215" y="1807359"/>
                <a:ext cx="1914278" cy="581274"/>
              </a:xfrm>
              <a:prstGeom prst="rect">
                <a:avLst/>
              </a:prstGeom>
            </p:spPr>
            <p:txBody>
              <a:bodyPr wrap="square" lIns="90000" tIns="46800" rIns="90000" bIns="46800">
                <a:normAutofit/>
              </a:bodyPr>
              <a:lstStyle/>
              <a:p>
                <a:pPr>
                  <a:lnSpc>
                    <a:spcPct val="120000"/>
                  </a:lnSpc>
                </a:pPr>
                <a:r>
                  <a:rPr lang="en-US" altLang="zh-CN" sz="1100" dirty="0">
                    <a:latin typeface="Times New Roman" panose="02020603050405020304" pitchFamily="18" charset="0"/>
                    <a:ea typeface="楷体" panose="02010609060101010101" pitchFamily="49" charset="-122"/>
                    <a:sym typeface="Times New Roman" panose="02020603050405020304" pitchFamily="18" charset="0"/>
                  </a:rPr>
                  <a:t>……</a:t>
                </a:r>
              </a:p>
            </p:txBody>
          </p:sp>
        </p:grpSp>
        <p:sp>
          <p:nvSpPr>
            <p:cNvPr id="23" name="iŝlídé"/>
            <p:cNvSpPr/>
            <p:nvPr/>
          </p:nvSpPr>
          <p:spPr>
            <a:xfrm flipV="1">
              <a:off x="972739" y="4542432"/>
              <a:ext cx="1165783" cy="51698"/>
            </a:xfrm>
            <a:prstGeom prst="rect">
              <a:avLst/>
            </a:prstGeom>
            <a:solidFill>
              <a:srgbClr val="8BBE4E"/>
            </a:solidFill>
            <a:ln w="25400">
              <a:noFill/>
              <a:miter lim="400000"/>
            </a:ln>
          </p:spPr>
          <p:txBody>
            <a:bodyPr anchor="ctr"/>
            <a:lstStyle/>
            <a:p>
              <a:pPr algn="ctr"/>
              <a:endParaRPr>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26" name="ï$ḻîḑe"/>
            <p:cNvSpPr/>
            <p:nvPr/>
          </p:nvSpPr>
          <p:spPr>
            <a:xfrm flipV="1">
              <a:off x="4712441" y="3082345"/>
              <a:ext cx="1825515" cy="79842"/>
            </a:xfrm>
            <a:prstGeom prst="rect">
              <a:avLst/>
            </a:prstGeom>
            <a:solidFill>
              <a:srgbClr val="8BBE4E"/>
            </a:solidFill>
            <a:ln w="25400">
              <a:noFill/>
              <a:miter lim="400000"/>
            </a:ln>
          </p:spPr>
          <p:txBody>
            <a:bodyPr anchor="ctr"/>
            <a:lstStyle/>
            <a:p>
              <a:pPr algn="ctr"/>
              <a:endParaRPr dirty="0">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27" name="íślîḑè"/>
            <p:cNvSpPr/>
            <p:nvPr/>
          </p:nvSpPr>
          <p:spPr>
            <a:xfrm>
              <a:off x="9678184" y="2247433"/>
              <a:ext cx="1589493" cy="72458"/>
            </a:xfrm>
            <a:prstGeom prst="rect">
              <a:avLst/>
            </a:prstGeom>
            <a:solidFill>
              <a:srgbClr val="8BBE4E"/>
            </a:solidFill>
            <a:ln w="25400">
              <a:noFill/>
              <a:miter lim="400000"/>
            </a:ln>
          </p:spPr>
          <p:txBody>
            <a:bodyPr anchor="ctr"/>
            <a:lstStyle/>
            <a:p>
              <a:pPr algn="ctr"/>
              <a:endParaRPr>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28" name="iṩľïḍé"/>
            <p:cNvSpPr/>
            <p:nvPr/>
          </p:nvSpPr>
          <p:spPr>
            <a:xfrm>
              <a:off x="11170443" y="5114326"/>
              <a:ext cx="194470" cy="194464"/>
            </a:xfrm>
            <a:prstGeom prst="ellipse">
              <a:avLst/>
            </a:prstGeom>
            <a:solidFill>
              <a:srgbClr val="92D050"/>
            </a:solidFill>
            <a:ln w="38100" cap="flat" cmpd="sng" algn="ctr">
              <a:solidFill>
                <a:schemeClr val="bg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29" name="í$ḷïdè"/>
            <p:cNvSpPr txBox="1"/>
            <p:nvPr/>
          </p:nvSpPr>
          <p:spPr bwMode="auto">
            <a:xfrm>
              <a:off x="10815637" y="5308791"/>
              <a:ext cx="911225" cy="368110"/>
            </a:xfrm>
            <a:prstGeom prst="rect">
              <a:avLst/>
            </a:prstGeom>
            <a:noFill/>
          </p:spPr>
          <p:txBody>
            <a:bodyPr wrap="square" lIns="91440" tIns="45720" rIns="91440" bIns="45720" anchor="t" anchorCtr="0">
              <a:normAutofit/>
            </a:bodyPr>
            <a:lstStyle/>
            <a:p>
              <a:pPr algn="ctr"/>
              <a:r>
                <a:rPr lang="en-US" altLang="zh-CN" sz="1200" dirty="0">
                  <a:effectLst/>
                  <a:latin typeface="Times New Roman" panose="02020603050405020304" pitchFamily="18" charset="0"/>
                  <a:ea typeface="楷体" panose="02010609060101010101" pitchFamily="49" charset="-122"/>
                  <a:sym typeface="Times New Roman" panose="02020603050405020304" pitchFamily="18" charset="0"/>
                </a:rPr>
                <a:t>20</a:t>
              </a:r>
              <a:r>
                <a:rPr lang="en-US" altLang="zh-CN" sz="100" dirty="0">
                  <a:effectLst/>
                  <a:latin typeface="Times New Roman" panose="02020603050405020304" pitchFamily="18" charset="0"/>
                  <a:ea typeface="楷体" panose="02010609060101010101" pitchFamily="49" charset="-122"/>
                  <a:sym typeface="Times New Roman" panose="02020603050405020304" pitchFamily="18" charset="0"/>
                </a:rPr>
                <a:t> </a:t>
              </a:r>
              <a:r>
                <a:rPr lang="en-US" altLang="zh-CN" sz="1200" dirty="0">
                  <a:effectLst/>
                  <a:latin typeface="Times New Roman" panose="02020603050405020304" pitchFamily="18" charset="0"/>
                  <a:ea typeface="楷体" panose="02010609060101010101" pitchFamily="49" charset="-122"/>
                  <a:sym typeface="Times New Roman" panose="02020603050405020304" pitchFamily="18" charset="0"/>
                </a:rPr>
                <a:t>20</a:t>
              </a:r>
              <a:endParaRPr lang="zh-CN" altLang="en-US" sz="1200" dirty="0">
                <a:effectLst/>
                <a:latin typeface="Times New Roman" panose="02020603050405020304" pitchFamily="18" charset="0"/>
                <a:ea typeface="楷体" panose="02010609060101010101" pitchFamily="49" charset="-122"/>
                <a:sym typeface="Times New Roman" panose="02020603050405020304" pitchFamily="18" charset="0"/>
              </a:endParaRPr>
            </a:p>
          </p:txBody>
        </p:sp>
        <p:cxnSp>
          <p:nvCxnSpPr>
            <p:cNvPr id="30" name="直接连接符 29"/>
            <p:cNvCxnSpPr>
              <a:stCxn id="130" idx="3"/>
              <a:endCxn id="28" idx="0"/>
            </p:cNvCxnSpPr>
            <p:nvPr/>
          </p:nvCxnSpPr>
          <p:spPr>
            <a:xfrm>
              <a:off x="11267677" y="2443052"/>
              <a:ext cx="1" cy="2671274"/>
            </a:xfrm>
            <a:prstGeom prst="line">
              <a:avLst/>
            </a:prstGeom>
            <a:ln w="3175" cap="rnd">
              <a:solidFill>
                <a:schemeClr val="bg1">
                  <a:lumMod val="75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969566" y="4639849"/>
              <a:ext cx="0" cy="474477"/>
            </a:xfrm>
            <a:prstGeom prst="line">
              <a:avLst/>
            </a:prstGeom>
            <a:ln w="3175" cap="rnd">
              <a:solidFill>
                <a:schemeClr val="bg1">
                  <a:lumMod val="75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71" idx="3"/>
              <a:endCxn id="11" idx="0"/>
            </p:cNvCxnSpPr>
            <p:nvPr/>
          </p:nvCxnSpPr>
          <p:spPr>
            <a:xfrm>
              <a:off x="2112496" y="3880938"/>
              <a:ext cx="27396" cy="1233388"/>
            </a:xfrm>
            <a:prstGeom prst="line">
              <a:avLst/>
            </a:prstGeom>
            <a:ln w="3175" cap="rnd">
              <a:solidFill>
                <a:schemeClr val="bg1">
                  <a:lumMod val="75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3886393" y="3793301"/>
              <a:ext cx="0" cy="1298050"/>
            </a:xfrm>
            <a:prstGeom prst="line">
              <a:avLst/>
            </a:prstGeom>
            <a:ln w="3175" cap="rnd">
              <a:solidFill>
                <a:schemeClr val="bg1">
                  <a:lumMod val="75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73" idx="3"/>
              <a:endCxn id="17" idx="0"/>
            </p:cNvCxnSpPr>
            <p:nvPr/>
          </p:nvCxnSpPr>
          <p:spPr>
            <a:xfrm flipH="1">
              <a:off x="6483806" y="2846219"/>
              <a:ext cx="54151" cy="2261654"/>
            </a:xfrm>
            <a:prstGeom prst="line">
              <a:avLst/>
            </a:prstGeom>
            <a:ln w="3175" cap="rnd">
              <a:solidFill>
                <a:schemeClr val="bg1">
                  <a:lumMod val="75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111" idx="3"/>
              <a:endCxn id="104" idx="0"/>
            </p:cNvCxnSpPr>
            <p:nvPr/>
          </p:nvCxnSpPr>
          <p:spPr>
            <a:xfrm flipH="1">
              <a:off x="4694387" y="3227420"/>
              <a:ext cx="14909" cy="1893360"/>
            </a:xfrm>
            <a:prstGeom prst="line">
              <a:avLst/>
            </a:prstGeom>
            <a:ln w="3175" cap="rnd">
              <a:solidFill>
                <a:schemeClr val="bg1">
                  <a:lumMod val="75000"/>
                </a:schemeClr>
              </a:solidFill>
              <a:prstDash val="dash"/>
              <a:round/>
            </a:ln>
          </p:spPr>
          <p:style>
            <a:lnRef idx="1">
              <a:schemeClr val="accent1"/>
            </a:lnRef>
            <a:fillRef idx="0">
              <a:schemeClr val="accent1"/>
            </a:fillRef>
            <a:effectRef idx="0">
              <a:schemeClr val="accent1"/>
            </a:effectRef>
            <a:fontRef idx="minor">
              <a:schemeClr val="tx1"/>
            </a:fontRef>
          </p:style>
        </p:cxnSp>
        <p:sp>
          <p:nvSpPr>
            <p:cNvPr id="39" name="íṡ1iďé"/>
            <p:cNvSpPr/>
            <p:nvPr/>
          </p:nvSpPr>
          <p:spPr>
            <a:xfrm>
              <a:off x="904436" y="4586194"/>
              <a:ext cx="123825" cy="106746"/>
            </a:xfrm>
            <a:prstGeom prst="triangle">
              <a:avLst/>
            </a:prstGeom>
            <a:solidFill>
              <a:srgbClr val="D4E4D7"/>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4400"/>
              <a:endParaRPr lang="zh-CN" altLang="en-US" sz="2000" b="1" dirty="0">
                <a:solidFill>
                  <a:schemeClr val="bg1"/>
                </a:solidFill>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40" name="íŝḻíďè"/>
            <p:cNvSpPr txBox="1"/>
            <p:nvPr/>
          </p:nvSpPr>
          <p:spPr bwMode="auto">
            <a:xfrm>
              <a:off x="6183749" y="5308791"/>
              <a:ext cx="613292" cy="368110"/>
            </a:xfrm>
            <a:prstGeom prst="rect">
              <a:avLst/>
            </a:prstGeom>
            <a:noFill/>
          </p:spPr>
          <p:txBody>
            <a:bodyPr wrap="square" lIns="91440" tIns="45720" rIns="91440" bIns="45720" anchor="t" anchorCtr="0">
              <a:normAutofit/>
            </a:bodyPr>
            <a:lstStyle/>
            <a:p>
              <a:pPr algn="ctr"/>
              <a:r>
                <a:rPr lang="en-US" altLang="zh-CN" sz="1200" dirty="0">
                  <a:solidFill>
                    <a:schemeClr val="bg1">
                      <a:lumMod val="65000"/>
                    </a:schemeClr>
                  </a:solidFill>
                  <a:latin typeface="Times New Roman" panose="02020603050405020304" pitchFamily="18" charset="0"/>
                  <a:ea typeface="楷体" panose="02010609060101010101" pitchFamily="49" charset="-122"/>
                  <a:sym typeface="Times New Roman" panose="02020603050405020304" pitchFamily="18" charset="0"/>
                </a:rPr>
                <a:t>8-10</a:t>
              </a:r>
              <a:endParaRPr lang="zh-CN" altLang="en-US" sz="1200" dirty="0">
                <a:solidFill>
                  <a:schemeClr val="bg1">
                    <a:lumMod val="65000"/>
                  </a:schemeClr>
                </a:solidFill>
                <a:effectLst/>
                <a:latin typeface="Times New Roman" panose="02020603050405020304" pitchFamily="18" charset="0"/>
                <a:ea typeface="楷体" panose="02010609060101010101" pitchFamily="49" charset="-122"/>
                <a:sym typeface="Times New Roman" panose="02020603050405020304" pitchFamily="18" charset="0"/>
              </a:endParaRPr>
            </a:p>
          </p:txBody>
        </p:sp>
      </p:grpSp>
      <p:sp>
        <p:nvSpPr>
          <p:cNvPr id="62" name="îsḻíḓè"/>
          <p:cNvSpPr/>
          <p:nvPr/>
        </p:nvSpPr>
        <p:spPr>
          <a:xfrm>
            <a:off x="924321" y="3890746"/>
            <a:ext cx="1914278" cy="581274"/>
          </a:xfrm>
          <a:prstGeom prst="rect">
            <a:avLst/>
          </a:prstGeom>
        </p:spPr>
        <p:txBody>
          <a:bodyPr wrap="square" lIns="90000" tIns="46800" rIns="90000" bIns="46800">
            <a:normAutofit/>
          </a:bodyPr>
          <a:lstStyle/>
          <a:p>
            <a:pPr>
              <a:lnSpc>
                <a:spcPct val="120000"/>
              </a:lnSpc>
            </a:pPr>
            <a:endParaRPr lang="en-US" altLang="zh-CN" sz="1100" dirty="0">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64" name="íṣľíde"/>
          <p:cNvSpPr/>
          <p:nvPr/>
        </p:nvSpPr>
        <p:spPr>
          <a:xfrm>
            <a:off x="3897301" y="3025468"/>
            <a:ext cx="1914278" cy="581274"/>
          </a:xfrm>
          <a:prstGeom prst="rect">
            <a:avLst/>
          </a:prstGeom>
        </p:spPr>
        <p:txBody>
          <a:bodyPr wrap="square" lIns="90000" tIns="46800" rIns="90000" bIns="46800">
            <a:normAutofit/>
          </a:bodyPr>
          <a:lstStyle/>
          <a:p>
            <a:pPr>
              <a:lnSpc>
                <a:spcPct val="120000"/>
              </a:lnSpc>
            </a:pPr>
            <a:endParaRPr lang="en-US" altLang="zh-CN" sz="1100" dirty="0">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69" name="iŝlídé"/>
          <p:cNvSpPr/>
          <p:nvPr/>
        </p:nvSpPr>
        <p:spPr>
          <a:xfrm>
            <a:off x="2123970" y="4255403"/>
            <a:ext cx="1718541" cy="45719"/>
          </a:xfrm>
          <a:prstGeom prst="rect">
            <a:avLst/>
          </a:prstGeom>
          <a:solidFill>
            <a:srgbClr val="D4E4D7"/>
          </a:solidFill>
          <a:ln w="25400">
            <a:solidFill>
              <a:schemeClr val="bg1"/>
            </a:solidFill>
            <a:miter lim="400000"/>
          </a:ln>
        </p:spPr>
        <p:txBody>
          <a:bodyPr anchor="ctr"/>
          <a:lstStyle/>
          <a:p>
            <a:pPr algn="ctr"/>
            <a:endParaRPr>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71" name="íṡ1iďé"/>
          <p:cNvSpPr/>
          <p:nvPr/>
        </p:nvSpPr>
        <p:spPr>
          <a:xfrm>
            <a:off x="2049788" y="3765860"/>
            <a:ext cx="123825" cy="106746"/>
          </a:xfrm>
          <a:prstGeom prst="triangle">
            <a:avLst/>
          </a:prstGeom>
          <a:solidFill>
            <a:srgbClr val="D4E4D7"/>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4400"/>
            <a:endParaRPr lang="zh-CN" altLang="en-US" sz="2000" b="1" dirty="0">
              <a:solidFill>
                <a:schemeClr val="bg1"/>
              </a:solidFill>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73" name="íš1ïḓè"/>
          <p:cNvSpPr/>
          <p:nvPr/>
        </p:nvSpPr>
        <p:spPr>
          <a:xfrm>
            <a:off x="6475249" y="2731141"/>
            <a:ext cx="123825" cy="106746"/>
          </a:xfrm>
          <a:prstGeom prst="triangle">
            <a:avLst/>
          </a:prstGeom>
          <a:solidFill>
            <a:srgbClr val="D4E4D7"/>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4400"/>
            <a:endParaRPr lang="zh-CN" altLang="en-US" sz="2000" b="1" dirty="0">
              <a:solidFill>
                <a:schemeClr val="bg1"/>
              </a:solidFill>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79" name="íślîḑè"/>
          <p:cNvSpPr/>
          <p:nvPr/>
        </p:nvSpPr>
        <p:spPr>
          <a:xfrm>
            <a:off x="6546817" y="2670010"/>
            <a:ext cx="3152934" cy="50841"/>
          </a:xfrm>
          <a:prstGeom prst="rect">
            <a:avLst/>
          </a:prstGeom>
          <a:solidFill>
            <a:srgbClr val="8BBE4E"/>
          </a:solidFill>
          <a:ln w="25400">
            <a:noFill/>
            <a:miter lim="400000"/>
          </a:ln>
        </p:spPr>
        <p:txBody>
          <a:bodyPr anchor="ctr"/>
          <a:lstStyle/>
          <a:p>
            <a:pPr algn="ctr"/>
            <a:endParaRPr>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84" name="ïśļidê"/>
          <p:cNvSpPr/>
          <p:nvPr/>
        </p:nvSpPr>
        <p:spPr>
          <a:xfrm>
            <a:off x="7276610" y="1802006"/>
            <a:ext cx="1914278" cy="795653"/>
          </a:xfrm>
          <a:prstGeom prst="rect">
            <a:avLst/>
          </a:prstGeom>
        </p:spPr>
        <p:txBody>
          <a:bodyPr wrap="none" lIns="90000" tIns="46800" rIns="90000" bIns="46800" anchor="b" anchorCtr="0">
            <a:normAutofit/>
          </a:bodyPr>
          <a:lstStyle/>
          <a:p>
            <a:r>
              <a:rPr lang="zh-CN" altLang="en-US" sz="1400" b="1" dirty="0">
                <a:latin typeface="Times New Roman" panose="02020603050405020304" pitchFamily="18" charset="0"/>
                <a:ea typeface="楷体" panose="02010609060101010101" pitchFamily="49" charset="-122"/>
                <a:sym typeface="Times New Roman" panose="02020603050405020304" pitchFamily="18" charset="0"/>
              </a:rPr>
              <a:t>确立统一接口</a:t>
            </a:r>
            <a:endParaRPr lang="en-US" altLang="zh-CN" sz="1400" b="1" dirty="0">
              <a:latin typeface="Times New Roman" panose="02020603050405020304" pitchFamily="18" charset="0"/>
              <a:ea typeface="楷体" panose="02010609060101010101" pitchFamily="49" charset="-122"/>
              <a:sym typeface="Times New Roman" panose="02020603050405020304" pitchFamily="18" charset="0"/>
            </a:endParaRPr>
          </a:p>
          <a:p>
            <a:r>
              <a:rPr lang="zh-CN" altLang="en-US" sz="1400" b="1" dirty="0">
                <a:latin typeface="Times New Roman" panose="02020603050405020304" pitchFamily="18" charset="0"/>
                <a:ea typeface="楷体" panose="02010609060101010101" pitchFamily="49" charset="-122"/>
                <a:sym typeface="Times New Roman" panose="02020603050405020304" pitchFamily="18" charset="0"/>
              </a:rPr>
              <a:t>后端代码</a:t>
            </a:r>
            <a:endParaRPr lang="en-US" altLang="zh-CN" sz="1400" b="1" dirty="0">
              <a:latin typeface="Times New Roman" panose="02020603050405020304" pitchFamily="18" charset="0"/>
              <a:ea typeface="楷体" panose="02010609060101010101" pitchFamily="49" charset="-122"/>
              <a:sym typeface="Times New Roman" panose="02020603050405020304" pitchFamily="18" charset="0"/>
            </a:endParaRPr>
          </a:p>
          <a:p>
            <a:r>
              <a:rPr lang="zh-CN" altLang="en-US" sz="1400" b="1" dirty="0">
                <a:effectLst/>
                <a:latin typeface="Times New Roman" panose="02020603050405020304" pitchFamily="18" charset="0"/>
                <a:ea typeface="楷体" panose="02010609060101010101" pitchFamily="49" charset="-122"/>
                <a:sym typeface="Times New Roman" panose="02020603050405020304" pitchFamily="18" charset="0"/>
              </a:rPr>
              <a:t>前端</a:t>
            </a:r>
            <a:r>
              <a:rPr lang="en-US" altLang="zh-CN" sz="1400" b="1" dirty="0">
                <a:effectLst/>
                <a:latin typeface="Times New Roman" panose="02020603050405020304" pitchFamily="18" charset="0"/>
                <a:ea typeface="楷体" panose="02010609060101010101" pitchFamily="49" charset="-122"/>
                <a:sym typeface="Times New Roman" panose="02020603050405020304" pitchFamily="18" charset="0"/>
              </a:rPr>
              <a:t>ajax  </a:t>
            </a:r>
            <a:endParaRPr lang="zh-CN" altLang="en-US" sz="1400" b="1" dirty="0">
              <a:effectLst/>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94" name="íṧḻîdè"/>
          <p:cNvSpPr txBox="1"/>
          <p:nvPr/>
        </p:nvSpPr>
        <p:spPr bwMode="auto">
          <a:xfrm>
            <a:off x="3422490" y="5275713"/>
            <a:ext cx="911225" cy="368110"/>
          </a:xfrm>
          <a:prstGeom prst="rect">
            <a:avLst/>
          </a:prstGeom>
          <a:noFill/>
        </p:spPr>
        <p:txBody>
          <a:bodyPr wrap="square" lIns="91440" tIns="45720" rIns="91440" bIns="45720" anchor="t" anchorCtr="0">
            <a:normAutofit/>
          </a:bodyPr>
          <a:lstStyle/>
          <a:p>
            <a:pPr algn="ctr"/>
            <a:r>
              <a:rPr lang="en-US" altLang="zh-CN" sz="1200" dirty="0">
                <a:latin typeface="Times New Roman" panose="02020603050405020304" pitchFamily="18" charset="0"/>
                <a:ea typeface="楷体" panose="02010609060101010101" pitchFamily="49" charset="-122"/>
                <a:sym typeface="Times New Roman" panose="02020603050405020304" pitchFamily="18" charset="0"/>
              </a:rPr>
              <a:t>7-28</a:t>
            </a:r>
            <a:endParaRPr lang="zh-CN" altLang="en-US" sz="1200" dirty="0">
              <a:effectLst/>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95" name="iṩḷiḓe"/>
          <p:cNvSpPr/>
          <p:nvPr/>
        </p:nvSpPr>
        <p:spPr>
          <a:xfrm flipV="1">
            <a:off x="2130718" y="3751443"/>
            <a:ext cx="7546672" cy="71693"/>
          </a:xfrm>
          <a:prstGeom prst="rect">
            <a:avLst/>
          </a:prstGeom>
          <a:solidFill>
            <a:srgbClr val="D4E4D7"/>
          </a:solidFill>
          <a:ln w="25400">
            <a:noFill/>
            <a:miter lim="400000"/>
          </a:ln>
        </p:spPr>
        <p:txBody>
          <a:bodyPr anchor="ctr"/>
          <a:lstStyle/>
          <a:p>
            <a:pPr algn="ctr"/>
            <a:endParaRPr>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96" name="íSḷïḋê"/>
          <p:cNvSpPr/>
          <p:nvPr/>
        </p:nvSpPr>
        <p:spPr>
          <a:xfrm>
            <a:off x="2067163" y="3293934"/>
            <a:ext cx="1914278" cy="391664"/>
          </a:xfrm>
          <a:prstGeom prst="rect">
            <a:avLst/>
          </a:prstGeom>
        </p:spPr>
        <p:txBody>
          <a:bodyPr wrap="none" lIns="90000" tIns="46800" rIns="90000" bIns="46800" anchor="b" anchorCtr="0">
            <a:normAutofit/>
          </a:bodyPr>
          <a:lstStyle/>
          <a:p>
            <a:r>
              <a:rPr lang="zh-CN" altLang="en-US" sz="1400" b="1" dirty="0">
                <a:effectLst/>
                <a:latin typeface="Times New Roman" panose="02020603050405020304" pitchFamily="18" charset="0"/>
                <a:ea typeface="楷体" panose="02010609060101010101" pitchFamily="49" charset="-122"/>
                <a:sym typeface="Times New Roman" panose="02020603050405020304" pitchFamily="18" charset="0"/>
              </a:rPr>
              <a:t>功能</a:t>
            </a:r>
          </a:p>
        </p:txBody>
      </p:sp>
      <p:sp>
        <p:nvSpPr>
          <p:cNvPr id="103" name="ïśļidê"/>
          <p:cNvSpPr/>
          <p:nvPr/>
        </p:nvSpPr>
        <p:spPr>
          <a:xfrm>
            <a:off x="3794034" y="3366240"/>
            <a:ext cx="1914278" cy="391664"/>
          </a:xfrm>
          <a:prstGeom prst="rect">
            <a:avLst/>
          </a:prstGeom>
        </p:spPr>
        <p:txBody>
          <a:bodyPr wrap="none" lIns="90000" tIns="46800" rIns="90000" bIns="46800" anchor="b" anchorCtr="0">
            <a:normAutofit/>
          </a:bodyPr>
          <a:lstStyle/>
          <a:p>
            <a:r>
              <a:rPr lang="zh-CN" altLang="en-US" sz="1100" b="1" dirty="0">
                <a:effectLst/>
                <a:latin typeface="Times New Roman" panose="02020603050405020304" pitchFamily="18" charset="0"/>
                <a:ea typeface="楷体" panose="02010609060101010101" pitchFamily="49" charset="-122"/>
                <a:sym typeface="Times New Roman" panose="02020603050405020304" pitchFamily="18" charset="0"/>
              </a:rPr>
              <a:t>绘制原型图</a:t>
            </a:r>
          </a:p>
        </p:txBody>
      </p:sp>
      <p:sp>
        <p:nvSpPr>
          <p:cNvPr id="104" name="ïṥľîḍê"/>
          <p:cNvSpPr/>
          <p:nvPr/>
        </p:nvSpPr>
        <p:spPr>
          <a:xfrm>
            <a:off x="4596357" y="5112448"/>
            <a:ext cx="194470" cy="194464"/>
          </a:xfrm>
          <a:prstGeom prst="ellipse">
            <a:avLst/>
          </a:prstGeom>
          <a:solidFill>
            <a:srgbClr val="92D050"/>
          </a:solidFill>
          <a:ln w="38100" cap="flat" cmpd="sng" algn="ctr">
            <a:solidFill>
              <a:schemeClr val="bg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105" name="íṧḻîdè"/>
          <p:cNvSpPr txBox="1"/>
          <p:nvPr/>
        </p:nvSpPr>
        <p:spPr bwMode="auto">
          <a:xfrm>
            <a:off x="4244333" y="5306912"/>
            <a:ext cx="911225" cy="368110"/>
          </a:xfrm>
          <a:prstGeom prst="rect">
            <a:avLst/>
          </a:prstGeom>
          <a:noFill/>
        </p:spPr>
        <p:txBody>
          <a:bodyPr wrap="square" lIns="91440" tIns="45720" rIns="91440" bIns="45720" anchor="t" anchorCtr="0">
            <a:normAutofit/>
          </a:bodyPr>
          <a:lstStyle/>
          <a:p>
            <a:pPr algn="ctr"/>
            <a:r>
              <a:rPr lang="en-US" altLang="zh-CN" sz="1200" dirty="0">
                <a:effectLst/>
                <a:latin typeface="Times New Roman" panose="02020603050405020304" pitchFamily="18" charset="0"/>
                <a:ea typeface="楷体" panose="02010609060101010101" pitchFamily="49" charset="-122"/>
                <a:sym typeface="Times New Roman" panose="02020603050405020304" pitchFamily="18" charset="0"/>
              </a:rPr>
              <a:t>8-1</a:t>
            </a:r>
            <a:endParaRPr lang="zh-CN" altLang="en-US" sz="1200" dirty="0">
              <a:effectLst/>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111" name="íš1ïḓè"/>
          <p:cNvSpPr/>
          <p:nvPr/>
        </p:nvSpPr>
        <p:spPr>
          <a:xfrm>
            <a:off x="4646588" y="3112342"/>
            <a:ext cx="123825" cy="106746"/>
          </a:xfrm>
          <a:prstGeom prst="triangle">
            <a:avLst/>
          </a:prstGeom>
          <a:solidFill>
            <a:srgbClr val="D4E4D7"/>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4400"/>
            <a:endParaRPr lang="zh-CN" altLang="en-US" sz="2000" b="1" dirty="0">
              <a:solidFill>
                <a:schemeClr val="bg1"/>
              </a:solidFill>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128" name="ïśļidê"/>
          <p:cNvSpPr/>
          <p:nvPr/>
        </p:nvSpPr>
        <p:spPr>
          <a:xfrm>
            <a:off x="6454587" y="3280826"/>
            <a:ext cx="3265506" cy="485034"/>
          </a:xfrm>
          <a:prstGeom prst="rect">
            <a:avLst/>
          </a:prstGeom>
        </p:spPr>
        <p:txBody>
          <a:bodyPr wrap="none" lIns="90000" tIns="46800" rIns="90000" bIns="46800" anchor="b" anchorCtr="0">
            <a:normAutofit/>
          </a:bodyPr>
          <a:lstStyle/>
          <a:p>
            <a:r>
              <a:rPr lang="zh-CN" altLang="en-US" sz="1100" b="1" dirty="0">
                <a:latin typeface="Times New Roman" panose="02020603050405020304" pitchFamily="18" charset="0"/>
                <a:ea typeface="楷体" panose="02010609060101010101" pitchFamily="49" charset="-122"/>
                <a:sym typeface="Times New Roman" panose="02020603050405020304" pitchFamily="18" charset="0"/>
              </a:rPr>
              <a:t>后端</a:t>
            </a:r>
            <a:r>
              <a:rPr lang="en-US" altLang="zh-CN" sz="1100" b="1" dirty="0">
                <a:latin typeface="Times New Roman" panose="02020603050405020304" pitchFamily="18" charset="0"/>
                <a:ea typeface="楷体" panose="02010609060101010101" pitchFamily="49" charset="-122"/>
                <a:sym typeface="Times New Roman" panose="02020603050405020304" pitchFamily="18" charset="0"/>
              </a:rPr>
              <a:t>Postman</a:t>
            </a:r>
            <a:r>
              <a:rPr lang="zh-CN" altLang="en-US" sz="1100" b="1" dirty="0">
                <a:latin typeface="Times New Roman" panose="02020603050405020304" pitchFamily="18" charset="0"/>
                <a:ea typeface="楷体" panose="02010609060101010101" pitchFamily="49" charset="-122"/>
                <a:sym typeface="Times New Roman" panose="02020603050405020304" pitchFamily="18" charset="0"/>
              </a:rPr>
              <a:t>测试 </a:t>
            </a:r>
            <a:r>
              <a:rPr lang="en-US" altLang="zh-CN" sz="1100" b="1" dirty="0">
                <a:latin typeface="Times New Roman" panose="02020603050405020304" pitchFamily="18" charset="0"/>
                <a:ea typeface="楷体" panose="02010609060101010101" pitchFamily="49" charset="-122"/>
                <a:sym typeface="Times New Roman" panose="02020603050405020304" pitchFamily="18" charset="0"/>
              </a:rPr>
              <a:t>+</a:t>
            </a:r>
            <a:r>
              <a:rPr lang="zh-CN" altLang="en-US" sz="1100" b="1" dirty="0">
                <a:latin typeface="Times New Roman" panose="02020603050405020304" pitchFamily="18" charset="0"/>
                <a:ea typeface="楷体" panose="02010609060101010101" pitchFamily="49" charset="-122"/>
                <a:sym typeface="Times New Roman" panose="02020603050405020304" pitchFamily="18" charset="0"/>
              </a:rPr>
              <a:t>功能单元测试</a:t>
            </a:r>
            <a:r>
              <a:rPr lang="en-US" altLang="zh-CN" sz="1100" b="1" dirty="0">
                <a:latin typeface="Times New Roman" panose="02020603050405020304" pitchFamily="18" charset="0"/>
                <a:ea typeface="楷体" panose="02010609060101010101" pitchFamily="49" charset="-122"/>
                <a:sym typeface="Times New Roman" panose="02020603050405020304" pitchFamily="18" charset="0"/>
              </a:rPr>
              <a:t>+</a:t>
            </a:r>
            <a:r>
              <a:rPr lang="zh-CN" altLang="en-US" sz="1100" b="1" dirty="0">
                <a:effectLst/>
                <a:latin typeface="Times New Roman" panose="02020603050405020304" pitchFamily="18" charset="0"/>
                <a:ea typeface="楷体" panose="02010609060101010101" pitchFamily="49" charset="-122"/>
                <a:sym typeface="Times New Roman" panose="02020603050405020304" pitchFamily="18" charset="0"/>
              </a:rPr>
              <a:t>整合测试</a:t>
            </a:r>
          </a:p>
        </p:txBody>
      </p:sp>
      <p:sp>
        <p:nvSpPr>
          <p:cNvPr id="130" name="íš1ïḓè"/>
          <p:cNvSpPr/>
          <p:nvPr/>
        </p:nvSpPr>
        <p:spPr>
          <a:xfrm>
            <a:off x="11204969" y="2327974"/>
            <a:ext cx="123825" cy="106746"/>
          </a:xfrm>
          <a:prstGeom prst="triangle">
            <a:avLst/>
          </a:prstGeom>
          <a:solidFill>
            <a:srgbClr val="D4E4D7"/>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4400"/>
            <a:endParaRPr lang="zh-CN" altLang="en-US" sz="2000" b="1" dirty="0">
              <a:solidFill>
                <a:schemeClr val="bg1"/>
              </a:solidFill>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133" name="íš1ïḓè"/>
          <p:cNvSpPr/>
          <p:nvPr/>
        </p:nvSpPr>
        <p:spPr>
          <a:xfrm>
            <a:off x="9631344" y="2327974"/>
            <a:ext cx="123825" cy="106746"/>
          </a:xfrm>
          <a:prstGeom prst="triangle">
            <a:avLst/>
          </a:prstGeom>
          <a:solidFill>
            <a:srgbClr val="D4E4D7"/>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4400"/>
            <a:endParaRPr lang="zh-CN" altLang="en-US" sz="2000" b="1" dirty="0">
              <a:solidFill>
                <a:schemeClr val="bg1"/>
              </a:solidFill>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135" name="标题 4"/>
          <p:cNvSpPr txBox="1"/>
          <p:nvPr/>
        </p:nvSpPr>
        <p:spPr>
          <a:xfrm>
            <a:off x="871536" y="29406"/>
            <a:ext cx="10850563" cy="1028699"/>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a:latin typeface="Times New Roman" panose="02020603050405020304" pitchFamily="18" charset="0"/>
                <a:ea typeface="楷体" panose="02010609060101010101" pitchFamily="49" charset="-122"/>
                <a:sym typeface="Times New Roman" panose="02020603050405020304" pitchFamily="18" charset="0"/>
              </a:rPr>
              <a:t>开发周期</a:t>
            </a:r>
            <a:endParaRPr lang="zh-CN" altLang="en-US" dirty="0">
              <a:latin typeface="Times New Roman" panose="02020603050405020304" pitchFamily="18" charset="0"/>
              <a:ea typeface="楷体" panose="02010609060101010101" pitchFamily="49" charset="-122"/>
              <a:sym typeface="Times New Roman" panose="02020603050405020304" pitchFamily="18" charset="0"/>
            </a:endParaRPr>
          </a:p>
        </p:txBody>
      </p:sp>
      <p:pic>
        <p:nvPicPr>
          <p:cNvPr id="10" name="图片 9"/>
          <p:cNvPicPr>
            <a:picLocks noChangeAspect="1"/>
          </p:cNvPicPr>
          <p:nvPr/>
        </p:nvPicPr>
        <p:blipFill>
          <a:blip r:embed="rId5"/>
          <a:stretch>
            <a:fillRect/>
          </a:stretch>
        </p:blipFill>
        <p:spPr>
          <a:xfrm>
            <a:off x="1089379" y="1189431"/>
            <a:ext cx="5723116" cy="4808637"/>
          </a:xfrm>
          <a:prstGeom prst="rect">
            <a:avLst/>
          </a:prstGeom>
        </p:spPr>
      </p:pic>
      <p:pic>
        <p:nvPicPr>
          <p:cNvPr id="13" name="图片 12"/>
          <p:cNvPicPr>
            <a:picLocks noChangeAspect="1"/>
          </p:cNvPicPr>
          <p:nvPr/>
        </p:nvPicPr>
        <p:blipFill>
          <a:blip r:embed="rId6"/>
          <a:stretch>
            <a:fillRect/>
          </a:stretch>
        </p:blipFill>
        <p:spPr>
          <a:xfrm>
            <a:off x="669925" y="1182978"/>
            <a:ext cx="1597900" cy="4733781"/>
          </a:xfrm>
          <a:prstGeom prst="rect">
            <a:avLst/>
          </a:prstGeom>
        </p:spPr>
      </p:pic>
      <p:pic>
        <p:nvPicPr>
          <p:cNvPr id="16" name="图片 15"/>
          <p:cNvPicPr>
            <a:picLocks noChangeAspect="1"/>
          </p:cNvPicPr>
          <p:nvPr/>
        </p:nvPicPr>
        <p:blipFill>
          <a:blip r:embed="rId7"/>
          <a:stretch>
            <a:fillRect/>
          </a:stretch>
        </p:blipFill>
        <p:spPr>
          <a:xfrm>
            <a:off x="1638811" y="2012361"/>
            <a:ext cx="4514716" cy="3447407"/>
          </a:xfrm>
          <a:prstGeom prst="rect">
            <a:avLst/>
          </a:prstGeom>
        </p:spPr>
      </p:pic>
      <p:pic>
        <p:nvPicPr>
          <p:cNvPr id="18" name="图片 17"/>
          <p:cNvPicPr>
            <a:picLocks noChangeAspect="1"/>
          </p:cNvPicPr>
          <p:nvPr/>
        </p:nvPicPr>
        <p:blipFill>
          <a:blip r:embed="rId8"/>
          <a:stretch>
            <a:fillRect/>
          </a:stretch>
        </p:blipFill>
        <p:spPr>
          <a:xfrm>
            <a:off x="6383470" y="1288053"/>
            <a:ext cx="3972802" cy="4291449"/>
          </a:xfrm>
          <a:prstGeom prst="rect">
            <a:avLst/>
          </a:prstGeom>
        </p:spPr>
      </p:pic>
      <p:pic>
        <p:nvPicPr>
          <p:cNvPr id="19" name="图片 18"/>
          <p:cNvPicPr>
            <a:picLocks noChangeAspect="1"/>
          </p:cNvPicPr>
          <p:nvPr/>
        </p:nvPicPr>
        <p:blipFill>
          <a:blip r:embed="rId9"/>
          <a:stretch>
            <a:fillRect/>
          </a:stretch>
        </p:blipFill>
        <p:spPr>
          <a:xfrm>
            <a:off x="2752581" y="1501564"/>
            <a:ext cx="2430991" cy="3993226"/>
          </a:xfrm>
          <a:prstGeom prst="rect">
            <a:avLst/>
          </a:prstGeom>
        </p:spPr>
      </p:pic>
      <p:pic>
        <p:nvPicPr>
          <p:cNvPr id="22" name="图片 21"/>
          <p:cNvPicPr>
            <a:picLocks noChangeAspect="1"/>
          </p:cNvPicPr>
          <p:nvPr/>
        </p:nvPicPr>
        <p:blipFill>
          <a:blip r:embed="rId10"/>
          <a:stretch>
            <a:fillRect/>
          </a:stretch>
        </p:blipFill>
        <p:spPr>
          <a:xfrm>
            <a:off x="1835728" y="1668270"/>
            <a:ext cx="7071973" cy="3589331"/>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10"/>
                                        </p:tgtEl>
                                      </p:cBhvr>
                                    </p:animEffect>
                                    <p:set>
                                      <p:cBhvr>
                                        <p:cTn id="12" dur="1" fill="hold">
                                          <p:stCondLst>
                                            <p:cond delay="499"/>
                                          </p:stCondLst>
                                        </p:cTn>
                                        <p:tgtEl>
                                          <p:spTgt spid="10"/>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par>
                                <p:cTn id="18" presetID="10" presetClass="entr" presetSubtype="0" fill="hold"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par>
                                <p:cTn id="21" presetID="10"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500"/>
                                        <p:tgtEl>
                                          <p:spTgt spid="1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nodeType="clickEffect">
                                  <p:stCondLst>
                                    <p:cond delay="0"/>
                                  </p:stCondLst>
                                  <p:childTnLst>
                                    <p:animEffect transition="out" filter="fade">
                                      <p:cBhvr>
                                        <p:cTn id="27" dur="500"/>
                                        <p:tgtEl>
                                          <p:spTgt spid="13"/>
                                        </p:tgtEl>
                                      </p:cBhvr>
                                    </p:animEffect>
                                    <p:set>
                                      <p:cBhvr>
                                        <p:cTn id="28" dur="1" fill="hold">
                                          <p:stCondLst>
                                            <p:cond delay="499"/>
                                          </p:stCondLst>
                                        </p:cTn>
                                        <p:tgtEl>
                                          <p:spTgt spid="13"/>
                                        </p:tgtEl>
                                        <p:attrNameLst>
                                          <p:attrName>style.visibility</p:attrName>
                                        </p:attrNameLst>
                                      </p:cBhvr>
                                      <p:to>
                                        <p:strVal val="hidden"/>
                                      </p:to>
                                    </p:set>
                                  </p:childTnLst>
                                </p:cTn>
                              </p:par>
                              <p:par>
                                <p:cTn id="29" presetID="10" presetClass="exit" presetSubtype="0" fill="hold" nodeType="withEffect">
                                  <p:stCondLst>
                                    <p:cond delay="0"/>
                                  </p:stCondLst>
                                  <p:childTnLst>
                                    <p:animEffect transition="out" filter="fade">
                                      <p:cBhvr>
                                        <p:cTn id="30" dur="500"/>
                                        <p:tgtEl>
                                          <p:spTgt spid="16"/>
                                        </p:tgtEl>
                                      </p:cBhvr>
                                    </p:animEffect>
                                    <p:set>
                                      <p:cBhvr>
                                        <p:cTn id="31" dur="1" fill="hold">
                                          <p:stCondLst>
                                            <p:cond delay="499"/>
                                          </p:stCondLst>
                                        </p:cTn>
                                        <p:tgtEl>
                                          <p:spTgt spid="16"/>
                                        </p:tgtEl>
                                        <p:attrNameLst>
                                          <p:attrName>style.visibility</p:attrName>
                                        </p:attrNameLst>
                                      </p:cBhvr>
                                      <p:to>
                                        <p:strVal val="hidden"/>
                                      </p:to>
                                    </p:set>
                                  </p:childTnLst>
                                </p:cTn>
                              </p:par>
                              <p:par>
                                <p:cTn id="32" presetID="10" presetClass="exit" presetSubtype="0" fill="hold" nodeType="withEffect">
                                  <p:stCondLst>
                                    <p:cond delay="0"/>
                                  </p:stCondLst>
                                  <p:childTnLst>
                                    <p:animEffect transition="out" filter="fade">
                                      <p:cBhvr>
                                        <p:cTn id="33" dur="500"/>
                                        <p:tgtEl>
                                          <p:spTgt spid="18"/>
                                        </p:tgtEl>
                                      </p:cBhvr>
                                    </p:animEffect>
                                    <p:set>
                                      <p:cBhvr>
                                        <p:cTn id="34" dur="1" fill="hold">
                                          <p:stCondLst>
                                            <p:cond delay="499"/>
                                          </p:stCondLst>
                                        </p:cTn>
                                        <p:tgtEl>
                                          <p:spTgt spid="18"/>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xit" presetSubtype="0" fill="hold" nodeType="clickEffect">
                                  <p:stCondLst>
                                    <p:cond delay="0"/>
                                  </p:stCondLst>
                                  <p:childTnLst>
                                    <p:animEffect transition="out" filter="fade">
                                      <p:cBhvr>
                                        <p:cTn id="43" dur="500"/>
                                        <p:tgtEl>
                                          <p:spTgt spid="19"/>
                                        </p:tgtEl>
                                      </p:cBhvr>
                                    </p:animEffect>
                                    <p:set>
                                      <p:cBhvr>
                                        <p:cTn id="44" dur="1" fill="hold">
                                          <p:stCondLst>
                                            <p:cond delay="499"/>
                                          </p:stCondLst>
                                        </p:cTn>
                                        <p:tgtEl>
                                          <p:spTgt spid="19"/>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500"/>
                                        <p:tgtEl>
                                          <p:spTgt spid="22"/>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xit" presetSubtype="0" fill="hold" nodeType="clickEffect">
                                  <p:stCondLst>
                                    <p:cond delay="0"/>
                                  </p:stCondLst>
                                  <p:childTnLst>
                                    <p:animEffect transition="out" filter="fade">
                                      <p:cBhvr>
                                        <p:cTn id="53" dur="500"/>
                                        <p:tgtEl>
                                          <p:spTgt spid="22"/>
                                        </p:tgtEl>
                                      </p:cBhvr>
                                    </p:animEffect>
                                    <p:set>
                                      <p:cBhvr>
                                        <p:cTn id="54" dur="1" fill="hold">
                                          <p:stCondLst>
                                            <p:cond delay="499"/>
                                          </p:stCondLst>
                                        </p:cTn>
                                        <p:tgtEl>
                                          <p:spTgt spid="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a:bodyPr>
          <a:lstStyle/>
          <a:p>
            <a:r>
              <a:rPr lang="zh-CN" altLang="en-US" sz="2800" dirty="0">
                <a:solidFill>
                  <a:schemeClr val="bg1"/>
                </a:solidFill>
                <a:latin typeface="Times New Roman" panose="02020603050405020304" pitchFamily="18" charset="0"/>
                <a:ea typeface="楷体" panose="02010609060101010101" pitchFamily="49" charset="-122"/>
                <a:sym typeface="Times New Roman" panose="02020603050405020304" pitchFamily="18" charset="0"/>
              </a:rPr>
              <a:t>功能概述</a:t>
            </a:r>
          </a:p>
        </p:txBody>
      </p:sp>
      <p:sp>
        <p:nvSpPr>
          <p:cNvPr id="9" name="文本框 8"/>
          <p:cNvSpPr txBox="1"/>
          <p:nvPr/>
        </p:nvSpPr>
        <p:spPr>
          <a:xfrm>
            <a:off x="7919634" y="1607238"/>
            <a:ext cx="1787728" cy="1554362"/>
          </a:xfrm>
          <a:prstGeom prst="rect">
            <a:avLst/>
          </a:prstGeom>
          <a:noFill/>
          <a:ln w="117475">
            <a:noFill/>
          </a:ln>
        </p:spPr>
        <p:txBody>
          <a:bodyPr wrap="none" rtlCol="0">
            <a:prstTxWarp prst="textPlain">
              <a:avLst/>
            </a:prstTxWarp>
            <a:spAutoFit/>
          </a:bodyPr>
          <a:lstStyle/>
          <a:p>
            <a:r>
              <a:rPr lang="en-US" altLang="zh-CN" spc="100" dirty="0">
                <a:solidFill>
                  <a:schemeClr val="bg1"/>
                </a:solidFill>
                <a:latin typeface="Times New Roman" panose="02020603050405020304" pitchFamily="18" charset="0"/>
                <a:ea typeface="楷体" panose="02010609060101010101" pitchFamily="49" charset="-122"/>
                <a:cs typeface="Arial" panose="020B0604020202020204" pitchFamily="34" charset="0"/>
                <a:sym typeface="Times New Roman" panose="02020603050405020304" pitchFamily="18" charset="0"/>
              </a:rPr>
              <a:t>/</a:t>
            </a:r>
            <a:r>
              <a:rPr lang="en-US" altLang="zh-CN" sz="100" spc="100" dirty="0">
                <a:solidFill>
                  <a:schemeClr val="bg1"/>
                </a:solidFill>
                <a:latin typeface="Times New Roman" panose="02020603050405020304" pitchFamily="18" charset="0"/>
                <a:ea typeface="楷体" panose="02010609060101010101" pitchFamily="49" charset="-122"/>
                <a:cs typeface="Arial" panose="020B0604020202020204" pitchFamily="34" charset="0"/>
                <a:sym typeface="Times New Roman" panose="02020603050405020304" pitchFamily="18" charset="0"/>
              </a:rPr>
              <a:t> </a:t>
            </a:r>
            <a:r>
              <a:rPr lang="en-US" altLang="zh-CN" spc="100" dirty="0">
                <a:solidFill>
                  <a:schemeClr val="bg1"/>
                </a:solidFill>
                <a:latin typeface="Times New Roman" panose="02020603050405020304" pitchFamily="18" charset="0"/>
                <a:ea typeface="楷体" panose="02010609060101010101" pitchFamily="49" charset="-122"/>
                <a:cs typeface="Arial" panose="020B0604020202020204" pitchFamily="34" charset="0"/>
                <a:sym typeface="Times New Roman" panose="02020603050405020304" pitchFamily="18" charset="0"/>
              </a:rPr>
              <a:t>02</a:t>
            </a:r>
            <a:endParaRPr lang="zh-CN" altLang="en-US" spc="100" dirty="0">
              <a:solidFill>
                <a:schemeClr val="bg1"/>
              </a:solidFill>
              <a:latin typeface="Times New Roman" panose="02020603050405020304" pitchFamily="18" charset="0"/>
              <a:ea typeface="楷体" panose="02010609060101010101" pitchFamily="49" charset="-122"/>
              <a:cs typeface="Arial" panose="020B0604020202020204" pitchFamily="34" charset="0"/>
              <a:sym typeface="Times New Roman" panose="02020603050405020304" pitchFamily="18" charset="0"/>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41930" y="383678"/>
            <a:ext cx="8108140" cy="609064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Times New Roman" panose="02020603050405020304" pitchFamily="18" charset="0"/>
                <a:ea typeface="楷体" panose="02010609060101010101" pitchFamily="49" charset="-122"/>
                <a:sym typeface="Times New Roman" panose="02020603050405020304" pitchFamily="18" charset="0"/>
              </a:rPr>
              <a:t>功能模块</a:t>
            </a:r>
          </a:p>
        </p:txBody>
      </p:sp>
      <p:sp>
        <p:nvSpPr>
          <p:cNvPr id="3" name="页脚占位符 2"/>
          <p:cNvSpPr>
            <a:spLocks noGrp="1"/>
          </p:cNvSpPr>
          <p:nvPr>
            <p:ph type="ftr" sz="quarter" idx="11"/>
          </p:nvPr>
        </p:nvSpPr>
        <p:spPr/>
        <p:txBody>
          <a:bodyPr/>
          <a:lstStyle/>
          <a:p>
            <a:endParaRPr lang="zh-CN" altLang="en-US" dirty="0">
              <a:latin typeface="Times New Roman" panose="02020603050405020304" pitchFamily="18" charset="0"/>
              <a:ea typeface="楷体" panose="02010609060101010101" pitchFamily="49" charset="-122"/>
              <a:sym typeface="Times New Roman" panose="02020603050405020304" pitchFamily="18" charset="0"/>
            </a:endParaRPr>
          </a:p>
        </p:txBody>
      </p:sp>
      <p:grpSp>
        <p:nvGrpSpPr>
          <p:cNvPr id="5" name="#459938"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2"/>
            </p:custDataLst>
          </p:nvPr>
        </p:nvGrpSpPr>
        <p:grpSpPr>
          <a:xfrm>
            <a:off x="1255882" y="1130300"/>
            <a:ext cx="11069105" cy="5344100"/>
            <a:chOff x="-146198" y="790000"/>
            <a:chExt cx="11069105" cy="5344100"/>
          </a:xfrm>
          <a:solidFill>
            <a:schemeClr val="bg1"/>
          </a:solidFill>
        </p:grpSpPr>
        <p:sp>
          <p:nvSpPr>
            <p:cNvPr id="6" name="íślïde"/>
            <p:cNvSpPr/>
            <p:nvPr/>
          </p:nvSpPr>
          <p:spPr>
            <a:xfrm>
              <a:off x="1103086" y="1130300"/>
              <a:ext cx="4992914" cy="5003800"/>
            </a:xfrm>
            <a:prstGeom prst="rect">
              <a:avLst/>
            </a:prstGeom>
            <a:gr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10" name="ïṣḻíḍe"/>
            <p:cNvSpPr txBox="1"/>
            <p:nvPr/>
          </p:nvSpPr>
          <p:spPr>
            <a:xfrm>
              <a:off x="6872335" y="1412461"/>
              <a:ext cx="646331" cy="369332"/>
            </a:xfrm>
            <a:prstGeom prst="rect">
              <a:avLst/>
            </a:prstGeom>
            <a:grpFill/>
          </p:spPr>
          <p:txBody>
            <a:bodyPr wrap="none" rtlCol="0">
              <a:spAutoFit/>
            </a:bodyPr>
            <a:lstStyle/>
            <a:p>
              <a:r>
                <a:rPr lang="zh-CN" altLang="en-US" b="1" dirty="0">
                  <a:solidFill>
                    <a:schemeClr val="bg1"/>
                  </a:solidFill>
                  <a:latin typeface="Times New Roman" panose="02020603050405020304" pitchFamily="18" charset="0"/>
                  <a:ea typeface="楷体" panose="02010609060101010101" pitchFamily="49" charset="-122"/>
                  <a:sym typeface="Times New Roman" panose="02020603050405020304" pitchFamily="18" charset="0"/>
                </a:rPr>
                <a:t>用户</a:t>
              </a:r>
            </a:p>
          </p:txBody>
        </p:sp>
        <p:grpSp>
          <p:nvGrpSpPr>
            <p:cNvPr id="12" name="işļîḋe"/>
            <p:cNvGrpSpPr/>
            <p:nvPr/>
          </p:nvGrpSpPr>
          <p:grpSpPr>
            <a:xfrm>
              <a:off x="8992507" y="2175148"/>
              <a:ext cx="1930400" cy="2814541"/>
              <a:chOff x="6896100" y="1943100"/>
              <a:chExt cx="1930400" cy="2849239"/>
            </a:xfrm>
            <a:grpFill/>
          </p:grpSpPr>
          <p:sp>
            <p:nvSpPr>
              <p:cNvPr id="25" name="ïṣḷîďè"/>
              <p:cNvSpPr/>
              <p:nvPr/>
            </p:nvSpPr>
            <p:spPr>
              <a:xfrm>
                <a:off x="6896100" y="1943100"/>
                <a:ext cx="1930400" cy="1485900"/>
              </a:xfrm>
              <a:prstGeom prst="rect">
                <a:avLst/>
              </a:prstGeom>
              <a:gr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22" name="iŝḻiḓè"/>
              <p:cNvSpPr/>
              <p:nvPr/>
            </p:nvSpPr>
            <p:spPr>
              <a:xfrm>
                <a:off x="8520893" y="4674770"/>
                <a:ext cx="143128" cy="117569"/>
              </a:xfrm>
              <a:custGeom>
                <a:avLst/>
                <a:gdLst>
                  <a:gd name="connsiteX0" fmla="*/ 96626 w 533400"/>
                  <a:gd name="connsiteY0" fmla="*/ 133971 h 438150"/>
                  <a:gd name="connsiteX1" fmla="*/ 125201 w 533400"/>
                  <a:gd name="connsiteY1" fmla="*/ 286371 h 438150"/>
                  <a:gd name="connsiteX2" fmla="*/ 410951 w 533400"/>
                  <a:gd name="connsiteY2" fmla="*/ 286371 h 438150"/>
                  <a:gd name="connsiteX3" fmla="*/ 439526 w 533400"/>
                  <a:gd name="connsiteY3" fmla="*/ 133971 h 438150"/>
                  <a:gd name="connsiteX4" fmla="*/ 534776 w 533400"/>
                  <a:gd name="connsiteY4" fmla="*/ 133971 h 438150"/>
                  <a:gd name="connsiteX5" fmla="*/ 515726 w 533400"/>
                  <a:gd name="connsiteY5" fmla="*/ 381621 h 438150"/>
                  <a:gd name="connsiteX6" fmla="*/ 458576 w 533400"/>
                  <a:gd name="connsiteY6" fmla="*/ 381621 h 438150"/>
                  <a:gd name="connsiteX7" fmla="*/ 458576 w 533400"/>
                  <a:gd name="connsiteY7" fmla="*/ 438771 h 438150"/>
                  <a:gd name="connsiteX8" fmla="*/ 439526 w 533400"/>
                  <a:gd name="connsiteY8" fmla="*/ 438771 h 438150"/>
                  <a:gd name="connsiteX9" fmla="*/ 439526 w 533400"/>
                  <a:gd name="connsiteY9" fmla="*/ 381621 h 438150"/>
                  <a:gd name="connsiteX10" fmla="*/ 96626 w 533400"/>
                  <a:gd name="connsiteY10" fmla="*/ 381621 h 438150"/>
                  <a:gd name="connsiteX11" fmla="*/ 96626 w 533400"/>
                  <a:gd name="connsiteY11" fmla="*/ 438771 h 438150"/>
                  <a:gd name="connsiteX12" fmla="*/ 77576 w 533400"/>
                  <a:gd name="connsiteY12" fmla="*/ 438771 h 438150"/>
                  <a:gd name="connsiteX13" fmla="*/ 77576 w 533400"/>
                  <a:gd name="connsiteY13" fmla="*/ 381621 h 438150"/>
                  <a:gd name="connsiteX14" fmla="*/ 20426 w 533400"/>
                  <a:gd name="connsiteY14" fmla="*/ 381621 h 438150"/>
                  <a:gd name="connsiteX15" fmla="*/ 1376 w 533400"/>
                  <a:gd name="connsiteY15" fmla="*/ 133971 h 438150"/>
                  <a:gd name="connsiteX16" fmla="*/ 96626 w 533400"/>
                  <a:gd name="connsiteY16" fmla="*/ 133971 h 438150"/>
                  <a:gd name="connsiteX17" fmla="*/ 487151 w 533400"/>
                  <a:gd name="connsiteY17" fmla="*/ 621 h 438150"/>
                  <a:gd name="connsiteX18" fmla="*/ 487151 w 533400"/>
                  <a:gd name="connsiteY18" fmla="*/ 114921 h 438150"/>
                  <a:gd name="connsiteX19" fmla="*/ 425239 w 533400"/>
                  <a:gd name="connsiteY19" fmla="*/ 114921 h 438150"/>
                  <a:gd name="connsiteX20" fmla="*/ 396664 w 533400"/>
                  <a:gd name="connsiteY20" fmla="*/ 267321 h 438150"/>
                  <a:gd name="connsiteX21" fmla="*/ 139489 w 533400"/>
                  <a:gd name="connsiteY21" fmla="*/ 267321 h 438150"/>
                  <a:gd name="connsiteX22" fmla="*/ 110914 w 533400"/>
                  <a:gd name="connsiteY22" fmla="*/ 114921 h 438150"/>
                  <a:gd name="connsiteX23" fmla="*/ 58526 w 533400"/>
                  <a:gd name="connsiteY23" fmla="*/ 114921 h 438150"/>
                  <a:gd name="connsiteX24" fmla="*/ 58526 w 533400"/>
                  <a:gd name="connsiteY24" fmla="*/ 621 h 438150"/>
                  <a:gd name="connsiteX25" fmla="*/ 487151 w 533400"/>
                  <a:gd name="connsiteY25" fmla="*/ 621 h 43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33400" h="438150">
                    <a:moveTo>
                      <a:pt x="96626" y="133971"/>
                    </a:moveTo>
                    <a:lnTo>
                      <a:pt x="125201" y="286371"/>
                    </a:lnTo>
                    <a:lnTo>
                      <a:pt x="410951" y="286371"/>
                    </a:lnTo>
                    <a:lnTo>
                      <a:pt x="439526" y="133971"/>
                    </a:lnTo>
                    <a:lnTo>
                      <a:pt x="534776" y="133971"/>
                    </a:lnTo>
                    <a:lnTo>
                      <a:pt x="515726" y="381621"/>
                    </a:lnTo>
                    <a:lnTo>
                      <a:pt x="458576" y="381621"/>
                    </a:lnTo>
                    <a:lnTo>
                      <a:pt x="458576" y="438771"/>
                    </a:lnTo>
                    <a:lnTo>
                      <a:pt x="439526" y="438771"/>
                    </a:lnTo>
                    <a:lnTo>
                      <a:pt x="439526" y="381621"/>
                    </a:lnTo>
                    <a:lnTo>
                      <a:pt x="96626" y="381621"/>
                    </a:lnTo>
                    <a:lnTo>
                      <a:pt x="96626" y="438771"/>
                    </a:lnTo>
                    <a:lnTo>
                      <a:pt x="77576" y="438771"/>
                    </a:lnTo>
                    <a:lnTo>
                      <a:pt x="77576" y="381621"/>
                    </a:lnTo>
                    <a:lnTo>
                      <a:pt x="20426" y="381621"/>
                    </a:lnTo>
                    <a:lnTo>
                      <a:pt x="1376" y="133971"/>
                    </a:lnTo>
                    <a:lnTo>
                      <a:pt x="96626" y="133971"/>
                    </a:lnTo>
                    <a:close/>
                    <a:moveTo>
                      <a:pt x="487151" y="621"/>
                    </a:moveTo>
                    <a:lnTo>
                      <a:pt x="487151" y="114921"/>
                    </a:lnTo>
                    <a:lnTo>
                      <a:pt x="425239" y="114921"/>
                    </a:lnTo>
                    <a:lnTo>
                      <a:pt x="396664" y="267321"/>
                    </a:lnTo>
                    <a:lnTo>
                      <a:pt x="139489" y="267321"/>
                    </a:lnTo>
                    <a:lnTo>
                      <a:pt x="110914" y="114921"/>
                    </a:lnTo>
                    <a:lnTo>
                      <a:pt x="58526" y="114921"/>
                    </a:lnTo>
                    <a:lnTo>
                      <a:pt x="58526" y="621"/>
                    </a:lnTo>
                    <a:lnTo>
                      <a:pt x="487151" y="621"/>
                    </a:ln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latin typeface="Times New Roman" panose="02020603050405020304" pitchFamily="18" charset="0"/>
                  <a:ea typeface="楷体" panose="02010609060101010101" pitchFamily="49" charset="-122"/>
                  <a:sym typeface="Times New Roman" panose="02020603050405020304" pitchFamily="18" charset="0"/>
                </a:endParaRPr>
              </a:p>
            </p:txBody>
          </p:sp>
        </p:grpSp>
        <p:grpSp>
          <p:nvGrpSpPr>
            <p:cNvPr id="13" name="iṡḻiďé"/>
            <p:cNvGrpSpPr/>
            <p:nvPr/>
          </p:nvGrpSpPr>
          <p:grpSpPr>
            <a:xfrm>
              <a:off x="-146198" y="790000"/>
              <a:ext cx="9678646" cy="5003800"/>
              <a:chOff x="-146198" y="540876"/>
              <a:chExt cx="9678646" cy="5065487"/>
            </a:xfrm>
            <a:grpFill/>
          </p:grpSpPr>
          <p:sp>
            <p:nvSpPr>
              <p:cNvPr id="16" name="îSľíḑé"/>
              <p:cNvSpPr/>
              <p:nvPr/>
            </p:nvSpPr>
            <p:spPr>
              <a:xfrm>
                <a:off x="-146198" y="540876"/>
                <a:ext cx="9678646" cy="5065487"/>
              </a:xfrm>
              <a:prstGeom prst="rect">
                <a:avLst/>
              </a:prstGeom>
              <a:grpFill/>
              <a:ln>
                <a:noFill/>
              </a:ln>
              <a:effectLst>
                <a:outerShdw blurRad="406400" dist="355600" dir="2880000" sx="92000" sy="92000" algn="ctr" rotWithShape="0">
                  <a:srgbClr val="000000">
                    <a:alpha val="1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15" name="íṩ1îḋè"/>
              <p:cNvSpPr/>
              <p:nvPr/>
            </p:nvSpPr>
            <p:spPr>
              <a:xfrm>
                <a:off x="8520893" y="4676569"/>
                <a:ext cx="143128" cy="113972"/>
              </a:xfrm>
              <a:custGeom>
                <a:avLst/>
                <a:gdLst>
                  <a:gd name="connsiteX0" fmla="*/ 515342 w 514350"/>
                  <a:gd name="connsiteY0" fmla="*/ 621 h 409575"/>
                  <a:gd name="connsiteX1" fmla="*/ 515342 w 514350"/>
                  <a:gd name="connsiteY1" fmla="*/ 353046 h 409575"/>
                  <a:gd name="connsiteX2" fmla="*/ 192159 w 514350"/>
                  <a:gd name="connsiteY2" fmla="*/ 353046 h 409575"/>
                  <a:gd name="connsiteX3" fmla="*/ 115387 w 514350"/>
                  <a:gd name="connsiteY3" fmla="*/ 410196 h 409575"/>
                  <a:gd name="connsiteX4" fmla="*/ 115387 w 514350"/>
                  <a:gd name="connsiteY4" fmla="*/ 353046 h 409575"/>
                  <a:gd name="connsiteX5" fmla="*/ 992 w 514350"/>
                  <a:gd name="connsiteY5" fmla="*/ 353046 h 409575"/>
                  <a:gd name="connsiteX6" fmla="*/ 992 w 514350"/>
                  <a:gd name="connsiteY6" fmla="*/ 621 h 409575"/>
                  <a:gd name="connsiteX7" fmla="*/ 515342 w 514350"/>
                  <a:gd name="connsiteY7" fmla="*/ 621 h 409575"/>
                  <a:gd name="connsiteX8" fmla="*/ 124817 w 514350"/>
                  <a:gd name="connsiteY8" fmla="*/ 143496 h 409575"/>
                  <a:gd name="connsiteX9" fmla="*/ 91480 w 514350"/>
                  <a:gd name="connsiteY9" fmla="*/ 176834 h 409575"/>
                  <a:gd name="connsiteX10" fmla="*/ 124817 w 514350"/>
                  <a:gd name="connsiteY10" fmla="*/ 210171 h 409575"/>
                  <a:gd name="connsiteX11" fmla="*/ 158155 w 514350"/>
                  <a:gd name="connsiteY11" fmla="*/ 176834 h 409575"/>
                  <a:gd name="connsiteX12" fmla="*/ 124817 w 514350"/>
                  <a:gd name="connsiteY12" fmla="*/ 143496 h 409575"/>
                  <a:gd name="connsiteX13" fmla="*/ 258167 w 514350"/>
                  <a:gd name="connsiteY13" fmla="*/ 143496 h 409575"/>
                  <a:gd name="connsiteX14" fmla="*/ 224830 w 514350"/>
                  <a:gd name="connsiteY14" fmla="*/ 176834 h 409575"/>
                  <a:gd name="connsiteX15" fmla="*/ 258167 w 514350"/>
                  <a:gd name="connsiteY15" fmla="*/ 210171 h 409575"/>
                  <a:gd name="connsiteX16" fmla="*/ 291505 w 514350"/>
                  <a:gd name="connsiteY16" fmla="*/ 176834 h 409575"/>
                  <a:gd name="connsiteX17" fmla="*/ 258167 w 514350"/>
                  <a:gd name="connsiteY17" fmla="*/ 143496 h 409575"/>
                  <a:gd name="connsiteX18" fmla="*/ 391517 w 514350"/>
                  <a:gd name="connsiteY18" fmla="*/ 143496 h 409575"/>
                  <a:gd name="connsiteX19" fmla="*/ 358180 w 514350"/>
                  <a:gd name="connsiteY19" fmla="*/ 176834 h 409575"/>
                  <a:gd name="connsiteX20" fmla="*/ 391517 w 514350"/>
                  <a:gd name="connsiteY20" fmla="*/ 210171 h 409575"/>
                  <a:gd name="connsiteX21" fmla="*/ 424855 w 514350"/>
                  <a:gd name="connsiteY21" fmla="*/ 176834 h 409575"/>
                  <a:gd name="connsiteX22" fmla="*/ 391517 w 514350"/>
                  <a:gd name="connsiteY22" fmla="*/ 143496 h 409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14350" h="409575">
                    <a:moveTo>
                      <a:pt x="515342" y="621"/>
                    </a:moveTo>
                    <a:lnTo>
                      <a:pt x="515342" y="353046"/>
                    </a:lnTo>
                    <a:lnTo>
                      <a:pt x="192159" y="353046"/>
                    </a:lnTo>
                    <a:lnTo>
                      <a:pt x="115387" y="410196"/>
                    </a:lnTo>
                    <a:lnTo>
                      <a:pt x="115387" y="353046"/>
                    </a:lnTo>
                    <a:lnTo>
                      <a:pt x="992" y="353046"/>
                    </a:lnTo>
                    <a:lnTo>
                      <a:pt x="992" y="621"/>
                    </a:lnTo>
                    <a:lnTo>
                      <a:pt x="515342" y="621"/>
                    </a:lnTo>
                    <a:close/>
                    <a:moveTo>
                      <a:pt x="124817" y="143496"/>
                    </a:moveTo>
                    <a:cubicBezTo>
                      <a:pt x="106434" y="143496"/>
                      <a:pt x="91480" y="158450"/>
                      <a:pt x="91480" y="176834"/>
                    </a:cubicBezTo>
                    <a:cubicBezTo>
                      <a:pt x="91480" y="195217"/>
                      <a:pt x="106434" y="210171"/>
                      <a:pt x="124817" y="210171"/>
                    </a:cubicBezTo>
                    <a:cubicBezTo>
                      <a:pt x="143200" y="210171"/>
                      <a:pt x="158155" y="195217"/>
                      <a:pt x="158155" y="176834"/>
                    </a:cubicBezTo>
                    <a:cubicBezTo>
                      <a:pt x="158155" y="158450"/>
                      <a:pt x="143200" y="143496"/>
                      <a:pt x="124817" y="143496"/>
                    </a:cubicBezTo>
                    <a:close/>
                    <a:moveTo>
                      <a:pt x="258167" y="143496"/>
                    </a:moveTo>
                    <a:cubicBezTo>
                      <a:pt x="239784" y="143496"/>
                      <a:pt x="224830" y="158450"/>
                      <a:pt x="224830" y="176834"/>
                    </a:cubicBezTo>
                    <a:cubicBezTo>
                      <a:pt x="224830" y="195217"/>
                      <a:pt x="239784" y="210171"/>
                      <a:pt x="258167" y="210171"/>
                    </a:cubicBezTo>
                    <a:cubicBezTo>
                      <a:pt x="276550" y="210171"/>
                      <a:pt x="291505" y="195217"/>
                      <a:pt x="291505" y="176834"/>
                    </a:cubicBezTo>
                    <a:cubicBezTo>
                      <a:pt x="291505" y="158450"/>
                      <a:pt x="276550" y="143496"/>
                      <a:pt x="258167" y="143496"/>
                    </a:cubicBezTo>
                    <a:close/>
                    <a:moveTo>
                      <a:pt x="391517" y="143496"/>
                    </a:moveTo>
                    <a:cubicBezTo>
                      <a:pt x="373134" y="143496"/>
                      <a:pt x="358180" y="158450"/>
                      <a:pt x="358180" y="176834"/>
                    </a:cubicBezTo>
                    <a:cubicBezTo>
                      <a:pt x="358180" y="195217"/>
                      <a:pt x="373134" y="210171"/>
                      <a:pt x="391517" y="210171"/>
                    </a:cubicBezTo>
                    <a:cubicBezTo>
                      <a:pt x="409900" y="210171"/>
                      <a:pt x="424855" y="195217"/>
                      <a:pt x="424855" y="176834"/>
                    </a:cubicBezTo>
                    <a:cubicBezTo>
                      <a:pt x="424855" y="158450"/>
                      <a:pt x="409900" y="143496"/>
                      <a:pt x="391517" y="143496"/>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latin typeface="Times New Roman" panose="02020603050405020304" pitchFamily="18" charset="0"/>
                  <a:ea typeface="楷体" panose="02010609060101010101" pitchFamily="49" charset="-122"/>
                  <a:sym typeface="Times New Roman" panose="02020603050405020304" pitchFamily="18" charset="0"/>
                </a:endParaRPr>
              </a:p>
            </p:txBody>
          </p:sp>
        </p:grpSp>
      </p:grpSp>
      <p:pic>
        <p:nvPicPr>
          <p:cNvPr id="51" name="图片 50"/>
          <p:cNvPicPr>
            <a:picLocks noChangeAspect="1"/>
          </p:cNvPicPr>
          <p:nvPr/>
        </p:nvPicPr>
        <p:blipFill>
          <a:blip r:embed="rId5">
            <a:clrChange>
              <a:clrFrom>
                <a:srgbClr val="EFF8FA"/>
              </a:clrFrom>
              <a:clrTo>
                <a:srgbClr val="EFF8FA">
                  <a:alpha val="0"/>
                </a:srgbClr>
              </a:clrTo>
            </a:clrChange>
            <a:extLst>
              <a:ext uri="{28A0092B-C50C-407E-A947-70E740481C1C}">
                <a14:useLocalDpi xmlns:a14="http://schemas.microsoft.com/office/drawing/2010/main" val="0"/>
              </a:ext>
            </a:extLst>
          </a:blip>
          <a:stretch>
            <a:fillRect/>
          </a:stretch>
        </p:blipFill>
        <p:spPr>
          <a:xfrm>
            <a:off x="2125899" y="1057846"/>
            <a:ext cx="6487644" cy="4742307"/>
          </a:xfrm>
          <a:prstGeom prst="rect">
            <a:avLst/>
          </a:prstGeom>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Times New Roman" panose="02020603050405020304" pitchFamily="18" charset="0"/>
                <a:ea typeface="楷体" panose="02010609060101010101" pitchFamily="49" charset="-122"/>
                <a:sym typeface="Times New Roman" panose="02020603050405020304" pitchFamily="18" charset="0"/>
              </a:rPr>
              <a:t>功能模块</a:t>
            </a:r>
          </a:p>
        </p:txBody>
      </p:sp>
      <p:sp>
        <p:nvSpPr>
          <p:cNvPr id="3" name="页脚占位符 2"/>
          <p:cNvSpPr>
            <a:spLocks noGrp="1"/>
          </p:cNvSpPr>
          <p:nvPr>
            <p:ph type="ftr" sz="quarter" idx="11"/>
          </p:nvPr>
        </p:nvSpPr>
        <p:spPr/>
        <p:txBody>
          <a:bodyPr/>
          <a:lstStyle/>
          <a:p>
            <a:endParaRPr lang="zh-CN" altLang="en-US" dirty="0">
              <a:latin typeface="Times New Roman" panose="02020603050405020304" pitchFamily="18" charset="0"/>
              <a:ea typeface="楷体" panose="02010609060101010101" pitchFamily="49" charset="-122"/>
              <a:sym typeface="Times New Roman" panose="02020603050405020304" pitchFamily="18" charset="0"/>
            </a:endParaRPr>
          </a:p>
        </p:txBody>
      </p:sp>
      <p:grpSp>
        <p:nvGrpSpPr>
          <p:cNvPr id="5" name="#459938"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2"/>
            </p:custDataLst>
          </p:nvPr>
        </p:nvGrpSpPr>
        <p:grpSpPr>
          <a:xfrm>
            <a:off x="2505166" y="1470600"/>
            <a:ext cx="9819821" cy="5003800"/>
            <a:chOff x="1103086" y="1130300"/>
            <a:chExt cx="9819821" cy="5003800"/>
          </a:xfrm>
          <a:solidFill>
            <a:schemeClr val="bg1"/>
          </a:solidFill>
        </p:grpSpPr>
        <p:sp>
          <p:nvSpPr>
            <p:cNvPr id="6" name="íślïde"/>
            <p:cNvSpPr/>
            <p:nvPr/>
          </p:nvSpPr>
          <p:spPr>
            <a:xfrm>
              <a:off x="1103086" y="1130300"/>
              <a:ext cx="4992914" cy="5003800"/>
            </a:xfrm>
            <a:prstGeom prst="rect">
              <a:avLst/>
            </a:prstGeom>
            <a:gr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10" name="ïṣḻíḍe"/>
            <p:cNvSpPr txBox="1"/>
            <p:nvPr/>
          </p:nvSpPr>
          <p:spPr>
            <a:xfrm>
              <a:off x="6872335" y="1412461"/>
              <a:ext cx="646331" cy="369332"/>
            </a:xfrm>
            <a:prstGeom prst="rect">
              <a:avLst/>
            </a:prstGeom>
            <a:grpFill/>
          </p:spPr>
          <p:txBody>
            <a:bodyPr wrap="none" rtlCol="0">
              <a:spAutoFit/>
            </a:bodyPr>
            <a:lstStyle/>
            <a:p>
              <a:r>
                <a:rPr lang="zh-CN" altLang="en-US" b="1" dirty="0">
                  <a:solidFill>
                    <a:schemeClr val="bg1"/>
                  </a:solidFill>
                  <a:latin typeface="Times New Roman" panose="02020603050405020304" pitchFamily="18" charset="0"/>
                  <a:ea typeface="楷体" panose="02010609060101010101" pitchFamily="49" charset="-122"/>
                  <a:sym typeface="Times New Roman" panose="02020603050405020304" pitchFamily="18" charset="0"/>
                </a:rPr>
                <a:t>用户</a:t>
              </a:r>
            </a:p>
          </p:txBody>
        </p:sp>
        <p:grpSp>
          <p:nvGrpSpPr>
            <p:cNvPr id="12" name="işļîḋe"/>
            <p:cNvGrpSpPr/>
            <p:nvPr/>
          </p:nvGrpSpPr>
          <p:grpSpPr>
            <a:xfrm>
              <a:off x="8992507" y="2175148"/>
              <a:ext cx="1930400" cy="2814541"/>
              <a:chOff x="6896100" y="1943100"/>
              <a:chExt cx="1930400" cy="2849239"/>
            </a:xfrm>
            <a:grpFill/>
          </p:grpSpPr>
          <p:sp>
            <p:nvSpPr>
              <p:cNvPr id="25" name="ïṣḷîďè"/>
              <p:cNvSpPr/>
              <p:nvPr/>
            </p:nvSpPr>
            <p:spPr>
              <a:xfrm>
                <a:off x="6896100" y="1943100"/>
                <a:ext cx="1930400" cy="1485900"/>
              </a:xfrm>
              <a:prstGeom prst="rect">
                <a:avLst/>
              </a:prstGeom>
              <a:gr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22" name="iŝḻiḓè"/>
              <p:cNvSpPr/>
              <p:nvPr/>
            </p:nvSpPr>
            <p:spPr>
              <a:xfrm>
                <a:off x="8520893" y="4674770"/>
                <a:ext cx="143128" cy="117569"/>
              </a:xfrm>
              <a:custGeom>
                <a:avLst/>
                <a:gdLst>
                  <a:gd name="connsiteX0" fmla="*/ 96626 w 533400"/>
                  <a:gd name="connsiteY0" fmla="*/ 133971 h 438150"/>
                  <a:gd name="connsiteX1" fmla="*/ 125201 w 533400"/>
                  <a:gd name="connsiteY1" fmla="*/ 286371 h 438150"/>
                  <a:gd name="connsiteX2" fmla="*/ 410951 w 533400"/>
                  <a:gd name="connsiteY2" fmla="*/ 286371 h 438150"/>
                  <a:gd name="connsiteX3" fmla="*/ 439526 w 533400"/>
                  <a:gd name="connsiteY3" fmla="*/ 133971 h 438150"/>
                  <a:gd name="connsiteX4" fmla="*/ 534776 w 533400"/>
                  <a:gd name="connsiteY4" fmla="*/ 133971 h 438150"/>
                  <a:gd name="connsiteX5" fmla="*/ 515726 w 533400"/>
                  <a:gd name="connsiteY5" fmla="*/ 381621 h 438150"/>
                  <a:gd name="connsiteX6" fmla="*/ 458576 w 533400"/>
                  <a:gd name="connsiteY6" fmla="*/ 381621 h 438150"/>
                  <a:gd name="connsiteX7" fmla="*/ 458576 w 533400"/>
                  <a:gd name="connsiteY7" fmla="*/ 438771 h 438150"/>
                  <a:gd name="connsiteX8" fmla="*/ 439526 w 533400"/>
                  <a:gd name="connsiteY8" fmla="*/ 438771 h 438150"/>
                  <a:gd name="connsiteX9" fmla="*/ 439526 w 533400"/>
                  <a:gd name="connsiteY9" fmla="*/ 381621 h 438150"/>
                  <a:gd name="connsiteX10" fmla="*/ 96626 w 533400"/>
                  <a:gd name="connsiteY10" fmla="*/ 381621 h 438150"/>
                  <a:gd name="connsiteX11" fmla="*/ 96626 w 533400"/>
                  <a:gd name="connsiteY11" fmla="*/ 438771 h 438150"/>
                  <a:gd name="connsiteX12" fmla="*/ 77576 w 533400"/>
                  <a:gd name="connsiteY12" fmla="*/ 438771 h 438150"/>
                  <a:gd name="connsiteX13" fmla="*/ 77576 w 533400"/>
                  <a:gd name="connsiteY13" fmla="*/ 381621 h 438150"/>
                  <a:gd name="connsiteX14" fmla="*/ 20426 w 533400"/>
                  <a:gd name="connsiteY14" fmla="*/ 381621 h 438150"/>
                  <a:gd name="connsiteX15" fmla="*/ 1376 w 533400"/>
                  <a:gd name="connsiteY15" fmla="*/ 133971 h 438150"/>
                  <a:gd name="connsiteX16" fmla="*/ 96626 w 533400"/>
                  <a:gd name="connsiteY16" fmla="*/ 133971 h 438150"/>
                  <a:gd name="connsiteX17" fmla="*/ 487151 w 533400"/>
                  <a:gd name="connsiteY17" fmla="*/ 621 h 438150"/>
                  <a:gd name="connsiteX18" fmla="*/ 487151 w 533400"/>
                  <a:gd name="connsiteY18" fmla="*/ 114921 h 438150"/>
                  <a:gd name="connsiteX19" fmla="*/ 425239 w 533400"/>
                  <a:gd name="connsiteY19" fmla="*/ 114921 h 438150"/>
                  <a:gd name="connsiteX20" fmla="*/ 396664 w 533400"/>
                  <a:gd name="connsiteY20" fmla="*/ 267321 h 438150"/>
                  <a:gd name="connsiteX21" fmla="*/ 139489 w 533400"/>
                  <a:gd name="connsiteY21" fmla="*/ 267321 h 438150"/>
                  <a:gd name="connsiteX22" fmla="*/ 110914 w 533400"/>
                  <a:gd name="connsiteY22" fmla="*/ 114921 h 438150"/>
                  <a:gd name="connsiteX23" fmla="*/ 58526 w 533400"/>
                  <a:gd name="connsiteY23" fmla="*/ 114921 h 438150"/>
                  <a:gd name="connsiteX24" fmla="*/ 58526 w 533400"/>
                  <a:gd name="connsiteY24" fmla="*/ 621 h 438150"/>
                  <a:gd name="connsiteX25" fmla="*/ 487151 w 533400"/>
                  <a:gd name="connsiteY25" fmla="*/ 621 h 43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33400" h="438150">
                    <a:moveTo>
                      <a:pt x="96626" y="133971"/>
                    </a:moveTo>
                    <a:lnTo>
                      <a:pt x="125201" y="286371"/>
                    </a:lnTo>
                    <a:lnTo>
                      <a:pt x="410951" y="286371"/>
                    </a:lnTo>
                    <a:lnTo>
                      <a:pt x="439526" y="133971"/>
                    </a:lnTo>
                    <a:lnTo>
                      <a:pt x="534776" y="133971"/>
                    </a:lnTo>
                    <a:lnTo>
                      <a:pt x="515726" y="381621"/>
                    </a:lnTo>
                    <a:lnTo>
                      <a:pt x="458576" y="381621"/>
                    </a:lnTo>
                    <a:lnTo>
                      <a:pt x="458576" y="438771"/>
                    </a:lnTo>
                    <a:lnTo>
                      <a:pt x="439526" y="438771"/>
                    </a:lnTo>
                    <a:lnTo>
                      <a:pt x="439526" y="381621"/>
                    </a:lnTo>
                    <a:lnTo>
                      <a:pt x="96626" y="381621"/>
                    </a:lnTo>
                    <a:lnTo>
                      <a:pt x="96626" y="438771"/>
                    </a:lnTo>
                    <a:lnTo>
                      <a:pt x="77576" y="438771"/>
                    </a:lnTo>
                    <a:lnTo>
                      <a:pt x="77576" y="381621"/>
                    </a:lnTo>
                    <a:lnTo>
                      <a:pt x="20426" y="381621"/>
                    </a:lnTo>
                    <a:lnTo>
                      <a:pt x="1376" y="133971"/>
                    </a:lnTo>
                    <a:lnTo>
                      <a:pt x="96626" y="133971"/>
                    </a:lnTo>
                    <a:close/>
                    <a:moveTo>
                      <a:pt x="487151" y="621"/>
                    </a:moveTo>
                    <a:lnTo>
                      <a:pt x="487151" y="114921"/>
                    </a:lnTo>
                    <a:lnTo>
                      <a:pt x="425239" y="114921"/>
                    </a:lnTo>
                    <a:lnTo>
                      <a:pt x="396664" y="267321"/>
                    </a:lnTo>
                    <a:lnTo>
                      <a:pt x="139489" y="267321"/>
                    </a:lnTo>
                    <a:lnTo>
                      <a:pt x="110914" y="114921"/>
                    </a:lnTo>
                    <a:lnTo>
                      <a:pt x="58526" y="114921"/>
                    </a:lnTo>
                    <a:lnTo>
                      <a:pt x="58526" y="621"/>
                    </a:lnTo>
                    <a:lnTo>
                      <a:pt x="487151" y="621"/>
                    </a:ln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latin typeface="Times New Roman" panose="02020603050405020304" pitchFamily="18" charset="0"/>
                  <a:ea typeface="楷体" panose="02010609060101010101" pitchFamily="49" charset="-122"/>
                  <a:sym typeface="Times New Roman" panose="02020603050405020304" pitchFamily="18" charset="0"/>
                </a:endParaRPr>
              </a:p>
            </p:txBody>
          </p:sp>
        </p:grpSp>
        <p:sp>
          <p:nvSpPr>
            <p:cNvPr id="15" name="íṩ1îḋè"/>
            <p:cNvSpPr/>
            <p:nvPr/>
          </p:nvSpPr>
          <p:spPr>
            <a:xfrm>
              <a:off x="8520893" y="4875329"/>
              <a:ext cx="143128" cy="112584"/>
            </a:xfrm>
            <a:custGeom>
              <a:avLst/>
              <a:gdLst>
                <a:gd name="connsiteX0" fmla="*/ 515342 w 514350"/>
                <a:gd name="connsiteY0" fmla="*/ 621 h 409575"/>
                <a:gd name="connsiteX1" fmla="*/ 515342 w 514350"/>
                <a:gd name="connsiteY1" fmla="*/ 353046 h 409575"/>
                <a:gd name="connsiteX2" fmla="*/ 192159 w 514350"/>
                <a:gd name="connsiteY2" fmla="*/ 353046 h 409575"/>
                <a:gd name="connsiteX3" fmla="*/ 115387 w 514350"/>
                <a:gd name="connsiteY3" fmla="*/ 410196 h 409575"/>
                <a:gd name="connsiteX4" fmla="*/ 115387 w 514350"/>
                <a:gd name="connsiteY4" fmla="*/ 353046 h 409575"/>
                <a:gd name="connsiteX5" fmla="*/ 992 w 514350"/>
                <a:gd name="connsiteY5" fmla="*/ 353046 h 409575"/>
                <a:gd name="connsiteX6" fmla="*/ 992 w 514350"/>
                <a:gd name="connsiteY6" fmla="*/ 621 h 409575"/>
                <a:gd name="connsiteX7" fmla="*/ 515342 w 514350"/>
                <a:gd name="connsiteY7" fmla="*/ 621 h 409575"/>
                <a:gd name="connsiteX8" fmla="*/ 124817 w 514350"/>
                <a:gd name="connsiteY8" fmla="*/ 143496 h 409575"/>
                <a:gd name="connsiteX9" fmla="*/ 91480 w 514350"/>
                <a:gd name="connsiteY9" fmla="*/ 176834 h 409575"/>
                <a:gd name="connsiteX10" fmla="*/ 124817 w 514350"/>
                <a:gd name="connsiteY10" fmla="*/ 210171 h 409575"/>
                <a:gd name="connsiteX11" fmla="*/ 158155 w 514350"/>
                <a:gd name="connsiteY11" fmla="*/ 176834 h 409575"/>
                <a:gd name="connsiteX12" fmla="*/ 124817 w 514350"/>
                <a:gd name="connsiteY12" fmla="*/ 143496 h 409575"/>
                <a:gd name="connsiteX13" fmla="*/ 258167 w 514350"/>
                <a:gd name="connsiteY13" fmla="*/ 143496 h 409575"/>
                <a:gd name="connsiteX14" fmla="*/ 224830 w 514350"/>
                <a:gd name="connsiteY14" fmla="*/ 176834 h 409575"/>
                <a:gd name="connsiteX15" fmla="*/ 258167 w 514350"/>
                <a:gd name="connsiteY15" fmla="*/ 210171 h 409575"/>
                <a:gd name="connsiteX16" fmla="*/ 291505 w 514350"/>
                <a:gd name="connsiteY16" fmla="*/ 176834 h 409575"/>
                <a:gd name="connsiteX17" fmla="*/ 258167 w 514350"/>
                <a:gd name="connsiteY17" fmla="*/ 143496 h 409575"/>
                <a:gd name="connsiteX18" fmla="*/ 391517 w 514350"/>
                <a:gd name="connsiteY18" fmla="*/ 143496 h 409575"/>
                <a:gd name="connsiteX19" fmla="*/ 358180 w 514350"/>
                <a:gd name="connsiteY19" fmla="*/ 176834 h 409575"/>
                <a:gd name="connsiteX20" fmla="*/ 391517 w 514350"/>
                <a:gd name="connsiteY20" fmla="*/ 210171 h 409575"/>
                <a:gd name="connsiteX21" fmla="*/ 424855 w 514350"/>
                <a:gd name="connsiteY21" fmla="*/ 176834 h 409575"/>
                <a:gd name="connsiteX22" fmla="*/ 391517 w 514350"/>
                <a:gd name="connsiteY22" fmla="*/ 143496 h 409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14350" h="409575">
                  <a:moveTo>
                    <a:pt x="515342" y="621"/>
                  </a:moveTo>
                  <a:lnTo>
                    <a:pt x="515342" y="353046"/>
                  </a:lnTo>
                  <a:lnTo>
                    <a:pt x="192159" y="353046"/>
                  </a:lnTo>
                  <a:lnTo>
                    <a:pt x="115387" y="410196"/>
                  </a:lnTo>
                  <a:lnTo>
                    <a:pt x="115387" y="353046"/>
                  </a:lnTo>
                  <a:lnTo>
                    <a:pt x="992" y="353046"/>
                  </a:lnTo>
                  <a:lnTo>
                    <a:pt x="992" y="621"/>
                  </a:lnTo>
                  <a:lnTo>
                    <a:pt x="515342" y="621"/>
                  </a:lnTo>
                  <a:close/>
                  <a:moveTo>
                    <a:pt x="124817" y="143496"/>
                  </a:moveTo>
                  <a:cubicBezTo>
                    <a:pt x="106434" y="143496"/>
                    <a:pt x="91480" y="158450"/>
                    <a:pt x="91480" y="176834"/>
                  </a:cubicBezTo>
                  <a:cubicBezTo>
                    <a:pt x="91480" y="195217"/>
                    <a:pt x="106434" y="210171"/>
                    <a:pt x="124817" y="210171"/>
                  </a:cubicBezTo>
                  <a:cubicBezTo>
                    <a:pt x="143200" y="210171"/>
                    <a:pt x="158155" y="195217"/>
                    <a:pt x="158155" y="176834"/>
                  </a:cubicBezTo>
                  <a:cubicBezTo>
                    <a:pt x="158155" y="158450"/>
                    <a:pt x="143200" y="143496"/>
                    <a:pt x="124817" y="143496"/>
                  </a:cubicBezTo>
                  <a:close/>
                  <a:moveTo>
                    <a:pt x="258167" y="143496"/>
                  </a:moveTo>
                  <a:cubicBezTo>
                    <a:pt x="239784" y="143496"/>
                    <a:pt x="224830" y="158450"/>
                    <a:pt x="224830" y="176834"/>
                  </a:cubicBezTo>
                  <a:cubicBezTo>
                    <a:pt x="224830" y="195217"/>
                    <a:pt x="239784" y="210171"/>
                    <a:pt x="258167" y="210171"/>
                  </a:cubicBezTo>
                  <a:cubicBezTo>
                    <a:pt x="276550" y="210171"/>
                    <a:pt x="291505" y="195217"/>
                    <a:pt x="291505" y="176834"/>
                  </a:cubicBezTo>
                  <a:cubicBezTo>
                    <a:pt x="291505" y="158450"/>
                    <a:pt x="276550" y="143496"/>
                    <a:pt x="258167" y="143496"/>
                  </a:cubicBezTo>
                  <a:close/>
                  <a:moveTo>
                    <a:pt x="391517" y="143496"/>
                  </a:moveTo>
                  <a:cubicBezTo>
                    <a:pt x="373134" y="143496"/>
                    <a:pt x="358180" y="158450"/>
                    <a:pt x="358180" y="176834"/>
                  </a:cubicBezTo>
                  <a:cubicBezTo>
                    <a:pt x="358180" y="195217"/>
                    <a:pt x="373134" y="210171"/>
                    <a:pt x="391517" y="210171"/>
                  </a:cubicBezTo>
                  <a:cubicBezTo>
                    <a:pt x="409900" y="210171"/>
                    <a:pt x="424855" y="195217"/>
                    <a:pt x="424855" y="176834"/>
                  </a:cubicBezTo>
                  <a:cubicBezTo>
                    <a:pt x="424855" y="158450"/>
                    <a:pt x="409900" y="143496"/>
                    <a:pt x="391517" y="143496"/>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latin typeface="Times New Roman" panose="02020603050405020304" pitchFamily="18" charset="0"/>
                <a:ea typeface="楷体" panose="02010609060101010101" pitchFamily="49" charset="-122"/>
                <a:sym typeface="Times New Roman" panose="02020603050405020304" pitchFamily="18" charset="0"/>
              </a:endParaRPr>
            </a:p>
          </p:txBody>
        </p:sp>
      </p:grpSp>
      <p:sp>
        <p:nvSpPr>
          <p:cNvPr id="23" name="îSľíḑé"/>
          <p:cNvSpPr/>
          <p:nvPr/>
        </p:nvSpPr>
        <p:spPr>
          <a:xfrm>
            <a:off x="1255882" y="1130300"/>
            <a:ext cx="9678646" cy="5003800"/>
          </a:xfrm>
          <a:prstGeom prst="rect">
            <a:avLst/>
          </a:prstGeom>
          <a:solidFill>
            <a:schemeClr val="bg1"/>
          </a:solidFill>
          <a:ln>
            <a:noFill/>
          </a:ln>
          <a:effectLst>
            <a:outerShdw blurRad="406400" dist="355600" dir="2880000" sx="92000" sy="92000" algn="ctr" rotWithShape="0">
              <a:srgbClr val="000000">
                <a:alpha val="1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latin typeface="Times New Roman" panose="02020603050405020304" pitchFamily="18" charset="0"/>
              <a:ea typeface="楷体" panose="02010609060101010101" pitchFamily="49" charset="-122"/>
              <a:sym typeface="Times New Roman" panose="02020603050405020304" pitchFamily="18" charset="0"/>
            </a:endParaRPr>
          </a:p>
        </p:txBody>
      </p:sp>
      <p:pic>
        <p:nvPicPr>
          <p:cNvPr id="14" name="图片 13"/>
          <p:cNvPicPr>
            <a:picLocks noChangeAspect="1"/>
          </p:cNvPicPr>
          <p:nvPr/>
        </p:nvPicPr>
        <p:blipFill>
          <a:blip r:embed="rId5">
            <a:clrChange>
              <a:clrFrom>
                <a:srgbClr val="EFF8FA"/>
              </a:clrFrom>
              <a:clrTo>
                <a:srgbClr val="EFF8FA">
                  <a:alpha val="0"/>
                </a:srgbClr>
              </a:clrTo>
            </a:clrChange>
            <a:extLst>
              <a:ext uri="{28A0092B-C50C-407E-A947-70E740481C1C}">
                <a14:useLocalDpi xmlns:a14="http://schemas.microsoft.com/office/drawing/2010/main" val="0"/>
              </a:ext>
            </a:extLst>
          </a:blip>
          <a:stretch>
            <a:fillRect/>
          </a:stretch>
        </p:blipFill>
        <p:spPr>
          <a:xfrm>
            <a:off x="1515134" y="2379957"/>
            <a:ext cx="3564362" cy="2098086"/>
          </a:xfrm>
          <a:prstGeom prst="rect">
            <a:avLst/>
          </a:prstGeom>
        </p:spPr>
      </p:pic>
      <p:pic>
        <p:nvPicPr>
          <p:cNvPr id="18" name="图片 17"/>
          <p:cNvPicPr>
            <a:picLocks noChangeAspect="1"/>
          </p:cNvPicPr>
          <p:nvPr/>
        </p:nvPicPr>
        <p:blipFill>
          <a:blip r:embed="rId6">
            <a:clrChange>
              <a:clrFrom>
                <a:srgbClr val="EFF8FA"/>
              </a:clrFrom>
              <a:clrTo>
                <a:srgbClr val="EFF8FA">
                  <a:alpha val="0"/>
                </a:srgbClr>
              </a:clrTo>
            </a:clrChange>
            <a:extLst>
              <a:ext uri="{28A0092B-C50C-407E-A947-70E740481C1C}">
                <a14:useLocalDpi xmlns:a14="http://schemas.microsoft.com/office/drawing/2010/main" val="0"/>
              </a:ext>
            </a:extLst>
          </a:blip>
          <a:stretch>
            <a:fillRect/>
          </a:stretch>
        </p:blipFill>
        <p:spPr>
          <a:xfrm>
            <a:off x="4584551" y="1422541"/>
            <a:ext cx="4896448" cy="4174600"/>
          </a:xfrm>
          <a:prstGeom prst="rect">
            <a:avLst/>
          </a:prstGeom>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a:bodyPr>
          <a:lstStyle/>
          <a:p>
            <a:r>
              <a:rPr lang="zh-CN" altLang="en-US" sz="2800" dirty="0">
                <a:solidFill>
                  <a:schemeClr val="bg1"/>
                </a:solidFill>
                <a:latin typeface="Times New Roman" panose="02020603050405020304" pitchFamily="18" charset="0"/>
                <a:ea typeface="楷体" panose="02010609060101010101" pitchFamily="49" charset="-122"/>
                <a:sym typeface="Times New Roman" panose="02020603050405020304" pitchFamily="18" charset="0"/>
              </a:rPr>
              <a:t>设计详情</a:t>
            </a:r>
          </a:p>
        </p:txBody>
      </p:sp>
      <p:sp>
        <p:nvSpPr>
          <p:cNvPr id="6" name="文本占位符 5"/>
          <p:cNvSpPr>
            <a:spLocks noGrp="1"/>
          </p:cNvSpPr>
          <p:nvPr>
            <p:ph type="body" idx="1"/>
          </p:nvPr>
        </p:nvSpPr>
        <p:spPr/>
        <p:txBody>
          <a:bodyPr/>
          <a:lstStyle/>
          <a:p>
            <a:pPr lvl="0"/>
            <a:endParaRPr lang="zh-CN" altLang="en-US" dirty="0">
              <a:solidFill>
                <a:schemeClr val="bg1"/>
              </a:solidFill>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9" name="文本框 8"/>
          <p:cNvSpPr txBox="1"/>
          <p:nvPr/>
        </p:nvSpPr>
        <p:spPr>
          <a:xfrm>
            <a:off x="7919634" y="1607238"/>
            <a:ext cx="1787728" cy="1554362"/>
          </a:xfrm>
          <a:prstGeom prst="rect">
            <a:avLst/>
          </a:prstGeom>
          <a:noFill/>
          <a:ln w="117475">
            <a:noFill/>
          </a:ln>
        </p:spPr>
        <p:txBody>
          <a:bodyPr wrap="none" rtlCol="0">
            <a:prstTxWarp prst="textPlain">
              <a:avLst/>
            </a:prstTxWarp>
            <a:spAutoFit/>
          </a:bodyPr>
          <a:lstStyle/>
          <a:p>
            <a:r>
              <a:rPr lang="en-US" altLang="zh-CN" spc="100" dirty="0">
                <a:solidFill>
                  <a:schemeClr val="bg1"/>
                </a:solidFill>
                <a:latin typeface="Times New Roman" panose="02020603050405020304" pitchFamily="18" charset="0"/>
                <a:ea typeface="楷体" panose="02010609060101010101" pitchFamily="49" charset="-122"/>
                <a:cs typeface="Arial" panose="020B0604020202020204" pitchFamily="34" charset="0"/>
                <a:sym typeface="Times New Roman" panose="02020603050405020304" pitchFamily="18" charset="0"/>
              </a:rPr>
              <a:t>/</a:t>
            </a:r>
            <a:r>
              <a:rPr lang="en-US" altLang="zh-CN" sz="100" spc="100" dirty="0">
                <a:solidFill>
                  <a:schemeClr val="bg1"/>
                </a:solidFill>
                <a:latin typeface="Times New Roman" panose="02020603050405020304" pitchFamily="18" charset="0"/>
                <a:ea typeface="楷体" panose="02010609060101010101" pitchFamily="49" charset="-122"/>
                <a:cs typeface="Arial" panose="020B0604020202020204" pitchFamily="34" charset="0"/>
                <a:sym typeface="Times New Roman" panose="02020603050405020304" pitchFamily="18" charset="0"/>
              </a:rPr>
              <a:t> </a:t>
            </a:r>
            <a:r>
              <a:rPr lang="en-US" altLang="zh-CN" spc="100" dirty="0">
                <a:solidFill>
                  <a:schemeClr val="bg1"/>
                </a:solidFill>
                <a:latin typeface="Times New Roman" panose="02020603050405020304" pitchFamily="18" charset="0"/>
                <a:ea typeface="楷体" panose="02010609060101010101" pitchFamily="49" charset="-122"/>
                <a:cs typeface="Arial" panose="020B0604020202020204" pitchFamily="34" charset="0"/>
                <a:sym typeface="Times New Roman" panose="02020603050405020304" pitchFamily="18" charset="0"/>
              </a:rPr>
              <a:t>03</a:t>
            </a:r>
            <a:endParaRPr lang="zh-CN" altLang="en-US" spc="100" dirty="0">
              <a:solidFill>
                <a:schemeClr val="bg1"/>
              </a:solidFill>
              <a:latin typeface="Times New Roman" panose="02020603050405020304" pitchFamily="18" charset="0"/>
              <a:ea typeface="楷体" panose="02010609060101010101" pitchFamily="49" charset="-122"/>
              <a:cs typeface="Arial" panose="020B0604020202020204" pitchFamily="34" charset="0"/>
              <a:sym typeface="Times New Roman" panose="02020603050405020304" pitchFamily="18" charset="0"/>
            </a:endParaRPr>
          </a:p>
        </p:txBody>
      </p:sp>
    </p:spTree>
    <p:custDataLst>
      <p:tags r:id="rId2"/>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îSľíḑé"/>
          <p:cNvSpPr/>
          <p:nvPr/>
        </p:nvSpPr>
        <p:spPr>
          <a:xfrm>
            <a:off x="1110783" y="1126033"/>
            <a:ext cx="9678646" cy="5003800"/>
          </a:xfrm>
          <a:prstGeom prst="rect">
            <a:avLst/>
          </a:prstGeom>
          <a:solidFill>
            <a:schemeClr val="bg1"/>
          </a:solidFill>
          <a:ln>
            <a:noFill/>
          </a:ln>
          <a:effectLst>
            <a:outerShdw blurRad="406400" dist="355600" dir="2880000" sx="92000" sy="92000" algn="ctr" rotWithShape="0">
              <a:srgbClr val="000000">
                <a:alpha val="1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2" name="标题 1"/>
          <p:cNvSpPr>
            <a:spLocks noGrp="1"/>
          </p:cNvSpPr>
          <p:nvPr>
            <p:ph type="title"/>
          </p:nvPr>
        </p:nvSpPr>
        <p:spPr/>
        <p:txBody>
          <a:bodyPr/>
          <a:lstStyle/>
          <a:p>
            <a:r>
              <a:rPr lang="zh-CN" altLang="en-US" dirty="0">
                <a:latin typeface="Times New Roman" panose="02020603050405020304" pitchFamily="18" charset="0"/>
                <a:ea typeface="楷体" panose="02010609060101010101" pitchFamily="49" charset="-122"/>
                <a:sym typeface="Times New Roman" panose="02020603050405020304" pitchFamily="18" charset="0"/>
              </a:rPr>
              <a:t>设计详情</a:t>
            </a:r>
          </a:p>
        </p:txBody>
      </p:sp>
      <p:sp>
        <p:nvSpPr>
          <p:cNvPr id="3" name="页脚占位符 2"/>
          <p:cNvSpPr>
            <a:spLocks noGrp="1"/>
          </p:cNvSpPr>
          <p:nvPr>
            <p:ph type="ftr" sz="quarter" idx="11"/>
          </p:nvPr>
        </p:nvSpPr>
        <p:spPr/>
        <p:txBody>
          <a:bodyPr/>
          <a:lstStyle/>
          <a:p>
            <a:endParaRPr lang="zh-CN" altLang="en-US" dirty="0">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5DD3DB80-B894-403A-B48E-6FDC1A72010E}" type="slidenum">
              <a:rPr lang="zh-CN" altLang="en-US" smtClean="0">
                <a:latin typeface="Times New Roman" panose="02020603050405020304" pitchFamily="18" charset="0"/>
                <a:ea typeface="楷体" panose="02010609060101010101" pitchFamily="49" charset="-122"/>
                <a:sym typeface="Times New Roman" panose="02020603050405020304" pitchFamily="18" charset="0"/>
              </a:rPr>
              <a:t>11</a:t>
            </a:fld>
            <a:endParaRPr lang="zh-CN" altLang="en-US">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5" name="文本框 4"/>
          <p:cNvSpPr txBox="1"/>
          <p:nvPr/>
        </p:nvSpPr>
        <p:spPr>
          <a:xfrm>
            <a:off x="997010" y="1126033"/>
            <a:ext cx="10196390" cy="6063198"/>
          </a:xfrm>
          <a:prstGeom prst="rect">
            <a:avLst/>
          </a:prstGeom>
          <a:noFill/>
        </p:spPr>
        <p:txBody>
          <a:bodyPr wrap="square" rtlCol="0">
            <a:spAutoFit/>
          </a:bodyPr>
          <a:lstStyle/>
          <a:p>
            <a:r>
              <a:rPr lang="en-US" altLang="zh-CN" sz="2000" dirty="0">
                <a:latin typeface="Times New Roman" panose="02020603050405020304" pitchFamily="18" charset="0"/>
                <a:ea typeface="楷体" panose="02010609060101010101" pitchFamily="49" charset="-122"/>
                <a:sym typeface="Times New Roman" panose="02020603050405020304" pitchFamily="18" charset="0"/>
              </a:rPr>
              <a:t>MVC</a:t>
            </a:r>
            <a:r>
              <a:rPr lang="zh-CN" altLang="en-US" sz="2000" dirty="0">
                <a:latin typeface="Times New Roman" panose="02020603050405020304" pitchFamily="18" charset="0"/>
                <a:ea typeface="楷体" panose="02010609060101010101" pitchFamily="49" charset="-122"/>
                <a:sym typeface="Times New Roman" panose="02020603050405020304" pitchFamily="18" charset="0"/>
              </a:rPr>
              <a:t>的架构模式</a:t>
            </a:r>
            <a:endParaRPr lang="en-US" altLang="zh-CN" sz="2000" dirty="0">
              <a:latin typeface="Times New Roman" panose="02020603050405020304" pitchFamily="18" charset="0"/>
              <a:ea typeface="楷体" panose="02010609060101010101" pitchFamily="49" charset="-122"/>
              <a:sym typeface="Times New Roman" panose="02020603050405020304" pitchFamily="18" charset="0"/>
            </a:endParaRPr>
          </a:p>
          <a:p>
            <a:r>
              <a:rPr lang="en-US" altLang="zh-CN" sz="2000" dirty="0">
                <a:latin typeface="Times New Roman" panose="02020603050405020304" pitchFamily="18" charset="0"/>
                <a:ea typeface="楷体" panose="02010609060101010101" pitchFamily="49" charset="-122"/>
                <a:sym typeface="Times New Roman" panose="02020603050405020304" pitchFamily="18" charset="0"/>
              </a:rPr>
              <a:t>    	</a:t>
            </a:r>
            <a:r>
              <a:rPr lang="zh-CN" altLang="en-US" sz="2000" dirty="0">
                <a:latin typeface="Times New Roman" panose="02020603050405020304" pitchFamily="18" charset="0"/>
                <a:ea typeface="楷体" panose="02010609060101010101" pitchFamily="49" charset="-122"/>
                <a:sym typeface="Times New Roman" panose="02020603050405020304" pitchFamily="18" charset="0"/>
              </a:rPr>
              <a:t>规范框架 解耦</a:t>
            </a:r>
            <a:endParaRPr lang="en-US" altLang="zh-CN" sz="2000" dirty="0">
              <a:latin typeface="Times New Roman" panose="02020603050405020304" pitchFamily="18" charset="0"/>
              <a:ea typeface="楷体" panose="02010609060101010101" pitchFamily="49" charset="-122"/>
              <a:sym typeface="Times New Roman" panose="02020603050405020304" pitchFamily="18" charset="0"/>
            </a:endParaRPr>
          </a:p>
          <a:p>
            <a:r>
              <a:rPr lang="en-US" altLang="zh-CN" sz="2000" dirty="0">
                <a:latin typeface="Times New Roman" panose="02020603050405020304" pitchFamily="18" charset="0"/>
                <a:ea typeface="楷体" panose="02010609060101010101" pitchFamily="49" charset="-122"/>
                <a:sym typeface="Times New Roman" panose="02020603050405020304" pitchFamily="18" charset="0"/>
              </a:rPr>
              <a:t>Model</a:t>
            </a:r>
            <a:r>
              <a:rPr lang="zh-CN" altLang="en-US" sz="2000" dirty="0">
                <a:latin typeface="Times New Roman" panose="02020603050405020304" pitchFamily="18" charset="0"/>
                <a:ea typeface="楷体" panose="02010609060101010101" pitchFamily="49" charset="-122"/>
                <a:sym typeface="Times New Roman" panose="02020603050405020304" pitchFamily="18" charset="0"/>
              </a:rPr>
              <a:t>：</a:t>
            </a:r>
            <a:endParaRPr lang="en-US" altLang="zh-CN" sz="2000" dirty="0">
              <a:latin typeface="Times New Roman" panose="02020603050405020304" pitchFamily="18" charset="0"/>
              <a:ea typeface="楷体" panose="02010609060101010101" pitchFamily="49" charset="-122"/>
              <a:sym typeface="Times New Roman" panose="02020603050405020304" pitchFamily="18" charset="0"/>
            </a:endParaRPr>
          </a:p>
          <a:p>
            <a:r>
              <a:rPr lang="en-US" altLang="zh-CN" sz="2000" dirty="0">
                <a:latin typeface="Times New Roman" panose="02020603050405020304" pitchFamily="18" charset="0"/>
                <a:ea typeface="楷体" panose="02010609060101010101" pitchFamily="49" charset="-122"/>
                <a:sym typeface="Times New Roman" panose="02020603050405020304" pitchFamily="18" charset="0"/>
              </a:rPr>
              <a:t>    	</a:t>
            </a:r>
            <a:r>
              <a:rPr lang="en-US" altLang="zh-CN" sz="2000" dirty="0" err="1">
                <a:latin typeface="Times New Roman" panose="02020603050405020304" pitchFamily="18" charset="0"/>
                <a:ea typeface="楷体" panose="02010609060101010101" pitchFamily="49" charset="-122"/>
                <a:sym typeface="Times New Roman" panose="02020603050405020304" pitchFamily="18" charset="0"/>
              </a:rPr>
              <a:t>dao</a:t>
            </a:r>
            <a:r>
              <a:rPr lang="zh-CN" altLang="en-US" sz="2000" dirty="0">
                <a:latin typeface="Times New Roman" panose="02020603050405020304" pitchFamily="18" charset="0"/>
                <a:ea typeface="楷体" panose="02010609060101010101" pitchFamily="49" charset="-122"/>
                <a:sym typeface="Times New Roman" panose="02020603050405020304" pitchFamily="18" charset="0"/>
              </a:rPr>
              <a:t>（接口）</a:t>
            </a:r>
            <a:endParaRPr lang="en-US" altLang="zh-CN" sz="2000" dirty="0">
              <a:latin typeface="Times New Roman" panose="02020603050405020304" pitchFamily="18" charset="0"/>
              <a:ea typeface="楷体" panose="02010609060101010101" pitchFamily="49" charset="-122"/>
              <a:sym typeface="Times New Roman" panose="02020603050405020304" pitchFamily="18" charset="0"/>
            </a:endParaRPr>
          </a:p>
          <a:p>
            <a:r>
              <a:rPr lang="en-US" altLang="zh-CN" sz="2000" dirty="0">
                <a:latin typeface="Times New Roman" panose="02020603050405020304" pitchFamily="18" charset="0"/>
                <a:ea typeface="楷体" panose="02010609060101010101" pitchFamily="49" charset="-122"/>
                <a:sym typeface="Times New Roman" panose="02020603050405020304" pitchFamily="18" charset="0"/>
              </a:rPr>
              <a:t>	entity</a:t>
            </a:r>
            <a:r>
              <a:rPr lang="zh-CN" altLang="en-US" sz="2000" dirty="0">
                <a:latin typeface="Times New Roman" panose="02020603050405020304" pitchFamily="18" charset="0"/>
                <a:ea typeface="楷体" panose="02010609060101010101" pitchFamily="49" charset="-122"/>
                <a:sym typeface="Times New Roman" panose="02020603050405020304" pitchFamily="18" charset="0"/>
              </a:rPr>
              <a:t>（</a:t>
            </a:r>
            <a:r>
              <a:rPr lang="en-US" altLang="zh-CN" sz="2000" dirty="0">
                <a:latin typeface="Times New Roman" panose="02020603050405020304" pitchFamily="18" charset="0"/>
                <a:ea typeface="楷体" panose="02010609060101010101" pitchFamily="49" charset="-122"/>
                <a:sym typeface="Times New Roman" panose="02020603050405020304" pitchFamily="18" charset="0"/>
              </a:rPr>
              <a:t>bean</a:t>
            </a:r>
            <a:r>
              <a:rPr lang="zh-CN" altLang="en-US" sz="2000" dirty="0">
                <a:latin typeface="Times New Roman" panose="02020603050405020304" pitchFamily="18" charset="0"/>
                <a:ea typeface="楷体" panose="02010609060101010101" pitchFamily="49" charset="-122"/>
                <a:sym typeface="Times New Roman" panose="02020603050405020304" pitchFamily="18" charset="0"/>
              </a:rPr>
              <a:t>）</a:t>
            </a:r>
            <a:endParaRPr lang="en-US" altLang="zh-CN" sz="2000" dirty="0">
              <a:latin typeface="Times New Roman" panose="02020603050405020304" pitchFamily="18" charset="0"/>
              <a:ea typeface="楷体" panose="02010609060101010101" pitchFamily="49" charset="-122"/>
              <a:sym typeface="Times New Roman" panose="02020603050405020304" pitchFamily="18" charset="0"/>
            </a:endParaRPr>
          </a:p>
          <a:p>
            <a:r>
              <a:rPr lang="en-US" altLang="zh-CN" sz="2000" dirty="0">
                <a:latin typeface="Times New Roman" panose="02020603050405020304" pitchFamily="18" charset="0"/>
                <a:ea typeface="楷体" panose="02010609060101010101" pitchFamily="49" charset="-122"/>
                <a:sym typeface="Times New Roman" panose="02020603050405020304" pitchFamily="18" charset="0"/>
              </a:rPr>
              <a:t>	</a:t>
            </a:r>
            <a:r>
              <a:rPr lang="en-US" altLang="zh-CN" sz="2000" dirty="0" err="1">
                <a:latin typeface="Times New Roman" panose="02020603050405020304" pitchFamily="18" charset="0"/>
                <a:ea typeface="楷体" panose="02010609060101010101" pitchFamily="49" charset="-122"/>
                <a:sym typeface="Times New Roman" panose="02020603050405020304" pitchFamily="18" charset="0"/>
              </a:rPr>
              <a:t>Mysql</a:t>
            </a:r>
            <a:r>
              <a:rPr lang="zh-CN" altLang="en-US" sz="2000" dirty="0">
                <a:latin typeface="Times New Roman" panose="02020603050405020304" pitchFamily="18" charset="0"/>
                <a:ea typeface="楷体" panose="02010609060101010101" pitchFamily="49" charset="-122"/>
                <a:sym typeface="Times New Roman" panose="02020603050405020304" pitchFamily="18" charset="0"/>
              </a:rPr>
              <a:t>数据库</a:t>
            </a:r>
            <a:endParaRPr lang="en-US" altLang="zh-CN" sz="2000" dirty="0">
              <a:latin typeface="Times New Roman" panose="02020603050405020304" pitchFamily="18" charset="0"/>
              <a:ea typeface="楷体" panose="02010609060101010101" pitchFamily="49" charset="-122"/>
              <a:sym typeface="Times New Roman" panose="02020603050405020304" pitchFamily="18" charset="0"/>
            </a:endParaRPr>
          </a:p>
          <a:p>
            <a:r>
              <a:rPr lang="en-US" altLang="zh-CN" sz="2000" dirty="0">
                <a:latin typeface="Times New Roman" panose="02020603050405020304" pitchFamily="18" charset="0"/>
                <a:ea typeface="楷体" panose="02010609060101010101" pitchFamily="49" charset="-122"/>
                <a:sym typeface="Times New Roman" panose="02020603050405020304" pitchFamily="18" charset="0"/>
              </a:rPr>
              <a:t>	</a:t>
            </a:r>
            <a:r>
              <a:rPr lang="zh-CN" altLang="en-US" sz="2000" dirty="0">
                <a:latin typeface="Times New Roman" panose="02020603050405020304" pitchFamily="18" charset="0"/>
                <a:ea typeface="楷体" panose="02010609060101010101" pitchFamily="49" charset="-122"/>
                <a:sym typeface="Times New Roman" panose="02020603050405020304" pitchFamily="18" charset="0"/>
              </a:rPr>
              <a:t>手写连接池</a:t>
            </a:r>
            <a:r>
              <a:rPr lang="en-US" altLang="zh-CN" sz="2000" dirty="0">
                <a:latin typeface="Times New Roman" panose="02020603050405020304" pitchFamily="18" charset="0"/>
                <a:ea typeface="楷体" panose="02010609060101010101" pitchFamily="49" charset="-122"/>
                <a:sym typeface="Times New Roman" panose="02020603050405020304" pitchFamily="18" charset="0"/>
              </a:rPr>
              <a:t>+</a:t>
            </a:r>
            <a:r>
              <a:rPr lang="zh-CN" altLang="en-US" sz="2000" dirty="0">
                <a:latin typeface="Times New Roman" panose="02020603050405020304" pitchFamily="18" charset="0"/>
                <a:ea typeface="楷体" panose="02010609060101010101" pitchFamily="49" charset="-122"/>
                <a:sym typeface="Times New Roman" panose="02020603050405020304" pitchFamily="18" charset="0"/>
              </a:rPr>
              <a:t>简易</a:t>
            </a:r>
            <a:r>
              <a:rPr lang="en-US" altLang="zh-CN" sz="2000" dirty="0" err="1">
                <a:latin typeface="Times New Roman" panose="02020603050405020304" pitchFamily="18" charset="0"/>
                <a:ea typeface="楷体" panose="02010609060101010101" pitchFamily="49" charset="-122"/>
                <a:sym typeface="Times New Roman" panose="02020603050405020304" pitchFamily="18" charset="0"/>
              </a:rPr>
              <a:t>MyBatis</a:t>
            </a:r>
            <a:endParaRPr lang="en-US" altLang="zh-CN" sz="2000" dirty="0">
              <a:latin typeface="Times New Roman" panose="02020603050405020304" pitchFamily="18" charset="0"/>
              <a:ea typeface="楷体" panose="02010609060101010101" pitchFamily="49" charset="-122"/>
              <a:sym typeface="Times New Roman" panose="02020603050405020304" pitchFamily="18" charset="0"/>
            </a:endParaRPr>
          </a:p>
          <a:p>
            <a:r>
              <a:rPr lang="en-US" altLang="zh-CN" sz="2000" dirty="0">
                <a:latin typeface="Times New Roman" panose="02020603050405020304" pitchFamily="18" charset="0"/>
                <a:ea typeface="楷体" panose="02010609060101010101" pitchFamily="49" charset="-122"/>
                <a:sym typeface="Times New Roman" panose="02020603050405020304" pitchFamily="18" charset="0"/>
              </a:rPr>
              <a:t>Controller</a:t>
            </a:r>
            <a:r>
              <a:rPr lang="zh-CN" altLang="en-US" sz="2000" dirty="0">
                <a:latin typeface="Times New Roman" panose="02020603050405020304" pitchFamily="18" charset="0"/>
                <a:ea typeface="楷体" panose="02010609060101010101" pitchFamily="49" charset="-122"/>
                <a:sym typeface="Times New Roman" panose="02020603050405020304" pitchFamily="18" charset="0"/>
              </a:rPr>
              <a:t>：</a:t>
            </a:r>
            <a:endParaRPr lang="en-US" altLang="zh-CN" sz="2000" dirty="0">
              <a:latin typeface="Times New Roman" panose="02020603050405020304" pitchFamily="18" charset="0"/>
              <a:ea typeface="楷体" panose="02010609060101010101" pitchFamily="49" charset="-122"/>
              <a:sym typeface="Times New Roman" panose="02020603050405020304" pitchFamily="18" charset="0"/>
            </a:endParaRPr>
          </a:p>
          <a:p>
            <a:r>
              <a:rPr lang="en-US" altLang="zh-CN" sz="2000" dirty="0">
                <a:latin typeface="Times New Roman" panose="02020603050405020304" pitchFamily="18" charset="0"/>
                <a:ea typeface="楷体" panose="02010609060101010101" pitchFamily="49" charset="-122"/>
                <a:sym typeface="Times New Roman" panose="02020603050405020304" pitchFamily="18" charset="0"/>
              </a:rPr>
              <a:t>	controller</a:t>
            </a:r>
            <a:r>
              <a:rPr lang="zh-CN" altLang="en-US" sz="2000" dirty="0">
                <a:latin typeface="Times New Roman" panose="02020603050405020304" pitchFamily="18" charset="0"/>
                <a:ea typeface="楷体" panose="02010609060101010101" pitchFamily="49" charset="-122"/>
                <a:sym typeface="Times New Roman" panose="02020603050405020304" pitchFamily="18" charset="0"/>
              </a:rPr>
              <a:t>（</a:t>
            </a:r>
            <a:r>
              <a:rPr lang="en-US" altLang="zh-CN" sz="2000" dirty="0">
                <a:latin typeface="Times New Roman" panose="02020603050405020304" pitchFamily="18" charset="0"/>
                <a:ea typeface="楷体" panose="02010609060101010101" pitchFamily="49" charset="-122"/>
                <a:sym typeface="Times New Roman" panose="02020603050405020304" pitchFamily="18" charset="0"/>
              </a:rPr>
              <a:t>Servlet</a:t>
            </a:r>
            <a:r>
              <a:rPr lang="zh-CN" altLang="en-US" sz="2000" dirty="0">
                <a:latin typeface="Times New Roman" panose="02020603050405020304" pitchFamily="18" charset="0"/>
                <a:ea typeface="楷体" panose="02010609060101010101" pitchFamily="49" charset="-122"/>
                <a:sym typeface="Times New Roman" panose="02020603050405020304" pitchFamily="18" charset="0"/>
              </a:rPr>
              <a:t>）</a:t>
            </a:r>
            <a:endParaRPr lang="en-US" altLang="zh-CN" sz="2000" dirty="0">
              <a:latin typeface="Times New Roman" panose="02020603050405020304" pitchFamily="18" charset="0"/>
              <a:ea typeface="楷体" panose="02010609060101010101" pitchFamily="49" charset="-122"/>
              <a:sym typeface="Times New Roman" panose="02020603050405020304" pitchFamily="18" charset="0"/>
            </a:endParaRPr>
          </a:p>
          <a:p>
            <a:r>
              <a:rPr lang="en-US" altLang="zh-CN" sz="2000" dirty="0">
                <a:latin typeface="Times New Roman" panose="02020603050405020304" pitchFamily="18" charset="0"/>
                <a:ea typeface="楷体" panose="02010609060101010101" pitchFamily="49" charset="-122"/>
                <a:sym typeface="Times New Roman" panose="02020603050405020304" pitchFamily="18" charset="0"/>
              </a:rPr>
              <a:t>	service</a:t>
            </a:r>
            <a:r>
              <a:rPr lang="zh-CN" altLang="en-US" sz="2000" dirty="0">
                <a:latin typeface="Times New Roman" panose="02020603050405020304" pitchFamily="18" charset="0"/>
                <a:ea typeface="楷体" panose="02010609060101010101" pitchFamily="49" charset="-122"/>
                <a:sym typeface="Times New Roman" panose="02020603050405020304" pitchFamily="18" charset="0"/>
              </a:rPr>
              <a:t>（业务接口</a:t>
            </a:r>
            <a:r>
              <a:rPr lang="en-US" altLang="zh-CN" sz="2000" dirty="0">
                <a:latin typeface="Times New Roman" panose="02020603050405020304" pitchFamily="18" charset="0"/>
                <a:ea typeface="楷体" panose="02010609060101010101" pitchFamily="49" charset="-122"/>
                <a:sym typeface="Times New Roman" panose="02020603050405020304" pitchFamily="18" charset="0"/>
              </a:rPr>
              <a:t>+</a:t>
            </a:r>
            <a:r>
              <a:rPr lang="zh-CN" altLang="en-US" sz="2000" dirty="0">
                <a:latin typeface="Times New Roman" panose="02020603050405020304" pitchFamily="18" charset="0"/>
                <a:ea typeface="楷体" panose="02010609060101010101" pitchFamily="49" charset="-122"/>
                <a:sym typeface="Times New Roman" panose="02020603050405020304" pitchFamily="18" charset="0"/>
              </a:rPr>
              <a:t>业务）</a:t>
            </a:r>
            <a:endParaRPr lang="en-US" altLang="zh-CN" sz="2000" dirty="0">
              <a:latin typeface="Times New Roman" panose="02020603050405020304" pitchFamily="18" charset="0"/>
              <a:ea typeface="楷体" panose="02010609060101010101" pitchFamily="49" charset="-122"/>
              <a:sym typeface="Times New Roman" panose="02020603050405020304" pitchFamily="18" charset="0"/>
            </a:endParaRPr>
          </a:p>
          <a:p>
            <a:r>
              <a:rPr lang="en-US" altLang="zh-CN" sz="2000" dirty="0">
                <a:latin typeface="Times New Roman" panose="02020603050405020304" pitchFamily="18" charset="0"/>
                <a:ea typeface="楷体" panose="02010609060101010101" pitchFamily="49" charset="-122"/>
                <a:sym typeface="Times New Roman" panose="02020603050405020304" pitchFamily="18" charset="0"/>
              </a:rPr>
              <a:t>	listener </a:t>
            </a:r>
            <a:r>
              <a:rPr lang="zh-CN" altLang="en-US" sz="2000" dirty="0">
                <a:latin typeface="Times New Roman" panose="02020603050405020304" pitchFamily="18" charset="0"/>
                <a:ea typeface="楷体" panose="02010609060101010101" pitchFamily="49" charset="-122"/>
                <a:sym typeface="Times New Roman" panose="02020603050405020304" pitchFamily="18" charset="0"/>
              </a:rPr>
              <a:t>（设备重复登录检测，初始化）</a:t>
            </a:r>
            <a:endParaRPr lang="en-US" altLang="zh-CN" sz="2000" dirty="0">
              <a:latin typeface="Times New Roman" panose="02020603050405020304" pitchFamily="18" charset="0"/>
              <a:ea typeface="楷体" panose="02010609060101010101" pitchFamily="49" charset="-122"/>
              <a:sym typeface="Times New Roman" panose="02020603050405020304" pitchFamily="18" charset="0"/>
            </a:endParaRPr>
          </a:p>
          <a:p>
            <a:r>
              <a:rPr lang="en-US" altLang="zh-CN" sz="2000" dirty="0">
                <a:latin typeface="Times New Roman" panose="02020603050405020304" pitchFamily="18" charset="0"/>
                <a:ea typeface="楷体" panose="02010609060101010101" pitchFamily="49" charset="-122"/>
                <a:sym typeface="Times New Roman" panose="02020603050405020304" pitchFamily="18" charset="0"/>
              </a:rPr>
              <a:t>	</a:t>
            </a:r>
            <a:r>
              <a:rPr lang="zh-CN" altLang="en-US" sz="2000" dirty="0">
                <a:latin typeface="Times New Roman" panose="02020603050405020304" pitchFamily="18" charset="0"/>
                <a:ea typeface="楷体" panose="02010609060101010101" pitchFamily="49" charset="-122"/>
                <a:sym typeface="Times New Roman" panose="02020603050405020304" pitchFamily="18" charset="0"/>
              </a:rPr>
              <a:t>持久化</a:t>
            </a:r>
            <a:r>
              <a:rPr lang="en-US" altLang="zh-CN" sz="2000" dirty="0">
                <a:latin typeface="Times New Roman" panose="02020603050405020304" pitchFamily="18" charset="0"/>
                <a:ea typeface="楷体" panose="02010609060101010101" pitchFamily="49" charset="-122"/>
                <a:sym typeface="Times New Roman" panose="02020603050405020304" pitchFamily="18" charset="0"/>
              </a:rPr>
              <a:t>Map</a:t>
            </a:r>
          </a:p>
          <a:p>
            <a:r>
              <a:rPr lang="en-US" altLang="zh-CN" sz="2000" dirty="0">
                <a:latin typeface="Times New Roman" panose="02020603050405020304" pitchFamily="18" charset="0"/>
                <a:ea typeface="楷体" panose="02010609060101010101" pitchFamily="49" charset="-122"/>
                <a:sym typeface="Times New Roman" panose="02020603050405020304" pitchFamily="18" charset="0"/>
              </a:rPr>
              <a:t>View</a:t>
            </a:r>
            <a:r>
              <a:rPr lang="zh-CN" altLang="en-US" sz="2000" dirty="0">
                <a:latin typeface="Times New Roman" panose="02020603050405020304" pitchFamily="18" charset="0"/>
                <a:ea typeface="楷体" panose="02010609060101010101" pitchFamily="49" charset="-122"/>
                <a:sym typeface="Times New Roman" panose="02020603050405020304" pitchFamily="18" charset="0"/>
              </a:rPr>
              <a:t>：</a:t>
            </a:r>
            <a:endParaRPr lang="en-US" altLang="zh-CN" sz="2000" dirty="0">
              <a:latin typeface="Times New Roman" panose="02020603050405020304" pitchFamily="18" charset="0"/>
              <a:ea typeface="楷体" panose="02010609060101010101" pitchFamily="49" charset="-122"/>
              <a:sym typeface="Times New Roman" panose="02020603050405020304" pitchFamily="18" charset="0"/>
            </a:endParaRPr>
          </a:p>
          <a:p>
            <a:r>
              <a:rPr lang="en-US" altLang="zh-CN" sz="2000" dirty="0">
                <a:latin typeface="Times New Roman" panose="02020603050405020304" pitchFamily="18" charset="0"/>
                <a:ea typeface="楷体" panose="02010609060101010101" pitchFamily="49" charset="-122"/>
                <a:sym typeface="Times New Roman" panose="02020603050405020304" pitchFamily="18" charset="0"/>
              </a:rPr>
              <a:t>	jQuery/Ajax/</a:t>
            </a:r>
            <a:r>
              <a:rPr lang="en-US" altLang="zh-CN" sz="2000" dirty="0" err="1">
                <a:latin typeface="Times New Roman" panose="02020603050405020304" pitchFamily="18" charset="0"/>
                <a:ea typeface="楷体" panose="02010609060101010101" pitchFamily="49" charset="-122"/>
                <a:sym typeface="Times New Roman" panose="02020603050405020304" pitchFamily="18" charset="0"/>
              </a:rPr>
              <a:t>Ueditor</a:t>
            </a:r>
            <a:r>
              <a:rPr lang="zh-CN" altLang="en-US" sz="2000" dirty="0">
                <a:latin typeface="Times New Roman" panose="02020603050405020304" pitchFamily="18" charset="0"/>
                <a:ea typeface="楷体" panose="02010609060101010101" pitchFamily="49" charset="-122"/>
                <a:sym typeface="Times New Roman" panose="02020603050405020304" pitchFamily="18" charset="0"/>
              </a:rPr>
              <a:t>富文本</a:t>
            </a:r>
            <a:endParaRPr lang="en-US" altLang="zh-CN" sz="2000" dirty="0">
              <a:latin typeface="Times New Roman" panose="02020603050405020304" pitchFamily="18" charset="0"/>
              <a:ea typeface="楷体" panose="02010609060101010101" pitchFamily="49" charset="-122"/>
              <a:sym typeface="Times New Roman" panose="02020603050405020304" pitchFamily="18" charset="0"/>
            </a:endParaRPr>
          </a:p>
          <a:p>
            <a:r>
              <a:rPr lang="en-US" altLang="zh-CN" dirty="0">
                <a:latin typeface="Times New Roman" panose="02020603050405020304" pitchFamily="18" charset="0"/>
                <a:ea typeface="楷体" panose="02010609060101010101" pitchFamily="49" charset="-122"/>
                <a:sym typeface="Times New Roman" panose="02020603050405020304" pitchFamily="18" charset="0"/>
              </a:rPr>
              <a:t>	</a:t>
            </a:r>
          </a:p>
          <a:p>
            <a:r>
              <a:rPr lang="en-US" altLang="zh-CN" dirty="0">
                <a:latin typeface="Times New Roman" panose="02020603050405020304" pitchFamily="18" charset="0"/>
                <a:ea typeface="楷体" panose="02010609060101010101" pitchFamily="49" charset="-122"/>
                <a:sym typeface="Times New Roman" panose="02020603050405020304" pitchFamily="18" charset="0"/>
              </a:rPr>
              <a:t>	</a:t>
            </a:r>
          </a:p>
          <a:p>
            <a:endParaRPr lang="en-US" altLang="zh-CN" dirty="0">
              <a:latin typeface="Times New Roman" panose="02020603050405020304" pitchFamily="18" charset="0"/>
              <a:ea typeface="楷体" panose="02010609060101010101" pitchFamily="49" charset="-122"/>
              <a:sym typeface="Times New Roman" panose="02020603050405020304" pitchFamily="18" charset="0"/>
            </a:endParaRPr>
          </a:p>
          <a:p>
            <a:r>
              <a:rPr lang="en-US" altLang="zh-CN" dirty="0">
                <a:latin typeface="Times New Roman" panose="02020603050405020304" pitchFamily="18" charset="0"/>
                <a:ea typeface="楷体" panose="02010609060101010101" pitchFamily="49" charset="-122"/>
                <a:sym typeface="Times New Roman" panose="02020603050405020304" pitchFamily="18" charset="0"/>
              </a:rPr>
              <a:t>	</a:t>
            </a:r>
          </a:p>
          <a:p>
            <a:endParaRPr lang="en-US" altLang="zh-CN" dirty="0">
              <a:latin typeface="Times New Roman" panose="02020603050405020304" pitchFamily="18" charset="0"/>
              <a:ea typeface="楷体" panose="02010609060101010101" pitchFamily="49" charset="-122"/>
              <a:sym typeface="Times New Roman" panose="02020603050405020304" pitchFamily="18" charset="0"/>
            </a:endParaRPr>
          </a:p>
          <a:p>
            <a:r>
              <a:rPr lang="zh-CN" altLang="en-US" dirty="0">
                <a:latin typeface="Times New Roman" panose="02020603050405020304" pitchFamily="18" charset="0"/>
                <a:ea typeface="楷体" panose="02010609060101010101" pitchFamily="49" charset="-122"/>
                <a:sym typeface="Times New Roman" panose="02020603050405020304" pitchFamily="18" charset="0"/>
              </a:rPr>
              <a:t> </a:t>
            </a:r>
          </a:p>
        </p:txBody>
      </p:sp>
      <p:pic>
        <p:nvPicPr>
          <p:cNvPr id="7" name="图片 6"/>
          <p:cNvPicPr>
            <a:picLocks noChangeAspect="1"/>
          </p:cNvPicPr>
          <p:nvPr/>
        </p:nvPicPr>
        <p:blipFill>
          <a:blip r:embed="rId4"/>
          <a:stretch>
            <a:fillRect/>
          </a:stretch>
        </p:blipFill>
        <p:spPr>
          <a:xfrm>
            <a:off x="7090277" y="1721972"/>
            <a:ext cx="3040643" cy="3414056"/>
          </a:xfrm>
          <a:prstGeom prst="rect">
            <a:avLst/>
          </a:prstGeom>
        </p:spPr>
      </p:pic>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îSľíḑé"/>
          <p:cNvSpPr/>
          <p:nvPr/>
        </p:nvSpPr>
        <p:spPr>
          <a:xfrm>
            <a:off x="1110783" y="1126033"/>
            <a:ext cx="9678646" cy="5003800"/>
          </a:xfrm>
          <a:prstGeom prst="rect">
            <a:avLst/>
          </a:prstGeom>
          <a:solidFill>
            <a:schemeClr val="bg1"/>
          </a:solidFill>
          <a:ln>
            <a:noFill/>
          </a:ln>
          <a:effectLst>
            <a:outerShdw blurRad="406400" dist="355600" dir="2880000" sx="92000" sy="92000" algn="ctr" rotWithShape="0">
              <a:srgbClr val="000000">
                <a:alpha val="1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2" name="标题 1"/>
          <p:cNvSpPr>
            <a:spLocks noGrp="1"/>
          </p:cNvSpPr>
          <p:nvPr>
            <p:ph type="title"/>
          </p:nvPr>
        </p:nvSpPr>
        <p:spPr/>
        <p:txBody>
          <a:bodyPr/>
          <a:lstStyle/>
          <a:p>
            <a:r>
              <a:rPr lang="zh-CN" altLang="en-US" dirty="0">
                <a:latin typeface="Times New Roman" panose="02020603050405020304" pitchFamily="18" charset="0"/>
                <a:ea typeface="楷体" panose="02010609060101010101" pitchFamily="49" charset="-122"/>
                <a:sym typeface="Times New Roman" panose="02020603050405020304" pitchFamily="18" charset="0"/>
              </a:rPr>
              <a:t>设计详情</a:t>
            </a:r>
          </a:p>
        </p:txBody>
      </p:sp>
      <p:sp>
        <p:nvSpPr>
          <p:cNvPr id="3" name="页脚占位符 2"/>
          <p:cNvSpPr>
            <a:spLocks noGrp="1"/>
          </p:cNvSpPr>
          <p:nvPr>
            <p:ph type="ftr" sz="quarter" idx="11"/>
          </p:nvPr>
        </p:nvSpPr>
        <p:spPr/>
        <p:txBody>
          <a:bodyPr/>
          <a:lstStyle/>
          <a:p>
            <a:endParaRPr lang="zh-CN" altLang="en-US" dirty="0">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5DD3DB80-B894-403A-B48E-6FDC1A72010E}" type="slidenum">
              <a:rPr lang="zh-CN" altLang="en-US" smtClean="0">
                <a:latin typeface="Times New Roman" panose="02020603050405020304" pitchFamily="18" charset="0"/>
                <a:ea typeface="楷体" panose="02010609060101010101" pitchFamily="49" charset="-122"/>
                <a:sym typeface="Times New Roman" panose="02020603050405020304" pitchFamily="18" charset="0"/>
              </a:rPr>
              <a:t>12</a:t>
            </a:fld>
            <a:endParaRPr lang="zh-CN" altLang="en-US">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5" name="文本框 4"/>
          <p:cNvSpPr txBox="1"/>
          <p:nvPr/>
        </p:nvSpPr>
        <p:spPr>
          <a:xfrm>
            <a:off x="2283682" y="1746925"/>
            <a:ext cx="10196390" cy="4493538"/>
          </a:xfrm>
          <a:prstGeom prst="rect">
            <a:avLst/>
          </a:prstGeom>
          <a:noFill/>
        </p:spPr>
        <p:txBody>
          <a:bodyPr wrap="square" rtlCol="0">
            <a:spAutoFit/>
          </a:bodyPr>
          <a:lstStyle/>
          <a:p>
            <a:r>
              <a:rPr lang="zh-CN" altLang="en-US" sz="2800" dirty="0">
                <a:latin typeface="Times New Roman" panose="02020603050405020304" pitchFamily="18" charset="0"/>
                <a:ea typeface="楷体" panose="02010609060101010101" pitchFamily="49" charset="-122"/>
                <a:sym typeface="Times New Roman" panose="02020603050405020304" pitchFamily="18" charset="0"/>
              </a:rPr>
              <a:t>其他：</a:t>
            </a:r>
            <a:endParaRPr lang="en-US" altLang="zh-CN" sz="2800" dirty="0">
              <a:latin typeface="Times New Roman" panose="02020603050405020304" pitchFamily="18" charset="0"/>
              <a:ea typeface="楷体" panose="02010609060101010101" pitchFamily="49" charset="-122"/>
              <a:sym typeface="Times New Roman" panose="02020603050405020304" pitchFamily="18" charset="0"/>
            </a:endParaRPr>
          </a:p>
          <a:p>
            <a:r>
              <a:rPr lang="zh-CN" altLang="en-US" sz="2800" dirty="0">
                <a:latin typeface="Times New Roman" panose="02020603050405020304" pitchFamily="18" charset="0"/>
                <a:ea typeface="楷体" panose="02010609060101010101" pitchFamily="49" charset="-122"/>
                <a:sym typeface="Times New Roman" panose="02020603050405020304" pitchFamily="18" charset="0"/>
              </a:rPr>
              <a:t>处理异常</a:t>
            </a:r>
            <a:endParaRPr lang="en-US" altLang="zh-CN" sz="2800" dirty="0">
              <a:latin typeface="Times New Roman" panose="02020603050405020304" pitchFamily="18" charset="0"/>
              <a:ea typeface="楷体" panose="02010609060101010101" pitchFamily="49" charset="-122"/>
              <a:sym typeface="Times New Roman" panose="02020603050405020304" pitchFamily="18" charset="0"/>
            </a:endParaRPr>
          </a:p>
          <a:p>
            <a:r>
              <a:rPr lang="zh-CN" altLang="en-US" sz="2800" dirty="0">
                <a:latin typeface="Times New Roman" panose="02020603050405020304" pitchFamily="18" charset="0"/>
                <a:ea typeface="楷体" panose="02010609060101010101" pitchFamily="49" charset="-122"/>
                <a:sym typeface="Times New Roman" panose="02020603050405020304" pitchFamily="18" charset="0"/>
              </a:rPr>
              <a:t>安全加密</a:t>
            </a:r>
            <a:endParaRPr lang="en-US" altLang="zh-CN" sz="2800" dirty="0">
              <a:latin typeface="Times New Roman" panose="02020603050405020304" pitchFamily="18" charset="0"/>
              <a:ea typeface="楷体" panose="02010609060101010101" pitchFamily="49" charset="-122"/>
              <a:sym typeface="Times New Roman" panose="02020603050405020304" pitchFamily="18" charset="0"/>
            </a:endParaRPr>
          </a:p>
          <a:p>
            <a:r>
              <a:rPr lang="zh-CN" altLang="en-US" sz="2800" dirty="0">
                <a:latin typeface="Times New Roman" panose="02020603050405020304" pitchFamily="18" charset="0"/>
                <a:ea typeface="楷体" panose="02010609060101010101" pitchFamily="49" charset="-122"/>
                <a:sym typeface="Times New Roman" panose="02020603050405020304" pitchFamily="18" charset="0"/>
              </a:rPr>
              <a:t>数据解析</a:t>
            </a:r>
            <a:endParaRPr lang="en-US" altLang="zh-CN" sz="2800" dirty="0">
              <a:latin typeface="Times New Roman" panose="02020603050405020304" pitchFamily="18" charset="0"/>
              <a:ea typeface="楷体" panose="02010609060101010101" pitchFamily="49" charset="-122"/>
              <a:sym typeface="Times New Roman" panose="02020603050405020304" pitchFamily="18" charset="0"/>
            </a:endParaRPr>
          </a:p>
          <a:p>
            <a:r>
              <a:rPr lang="zh-CN" altLang="en-US" sz="2800" dirty="0">
                <a:latin typeface="Times New Roman" panose="02020603050405020304" pitchFamily="18" charset="0"/>
                <a:ea typeface="楷体" panose="02010609060101010101" pitchFamily="49" charset="-122"/>
                <a:sym typeface="Times New Roman" panose="02020603050405020304" pitchFamily="18" charset="0"/>
              </a:rPr>
              <a:t>数据传输</a:t>
            </a:r>
            <a:endParaRPr lang="en-US" altLang="zh-CN" sz="2800" dirty="0">
              <a:latin typeface="Times New Roman" panose="02020603050405020304" pitchFamily="18" charset="0"/>
              <a:ea typeface="楷体" panose="02010609060101010101" pitchFamily="49" charset="-122"/>
              <a:sym typeface="Times New Roman" panose="02020603050405020304" pitchFamily="18" charset="0"/>
            </a:endParaRPr>
          </a:p>
          <a:p>
            <a:r>
              <a:rPr lang="zh-CN" altLang="en-US" sz="2800" dirty="0">
                <a:latin typeface="Times New Roman" panose="02020603050405020304" pitchFamily="18" charset="0"/>
                <a:ea typeface="楷体" panose="02010609060101010101" pitchFamily="49" charset="-122"/>
                <a:sym typeface="Times New Roman" panose="02020603050405020304" pitchFamily="18" charset="0"/>
              </a:rPr>
              <a:t>数据库优化</a:t>
            </a:r>
            <a:endParaRPr lang="en-US" altLang="zh-CN" sz="2800" dirty="0">
              <a:latin typeface="Times New Roman" panose="02020603050405020304" pitchFamily="18" charset="0"/>
              <a:ea typeface="楷体" panose="02010609060101010101" pitchFamily="49" charset="-122"/>
              <a:sym typeface="Times New Roman" panose="02020603050405020304" pitchFamily="18" charset="0"/>
            </a:endParaRPr>
          </a:p>
          <a:p>
            <a:r>
              <a:rPr lang="en-US" altLang="zh-CN" sz="2800" dirty="0">
                <a:latin typeface="Times New Roman" panose="02020603050405020304" pitchFamily="18" charset="0"/>
                <a:ea typeface="楷体" panose="02010609060101010101" pitchFamily="49" charset="-122"/>
                <a:sym typeface="Times New Roman" panose="02020603050405020304" pitchFamily="18" charset="0"/>
              </a:rPr>
              <a:t>……</a:t>
            </a:r>
          </a:p>
          <a:p>
            <a:r>
              <a:rPr lang="en-US" altLang="zh-CN" dirty="0">
                <a:latin typeface="Times New Roman" panose="02020603050405020304" pitchFamily="18" charset="0"/>
                <a:ea typeface="楷体" panose="02010609060101010101" pitchFamily="49" charset="-122"/>
                <a:sym typeface="Times New Roman" panose="02020603050405020304" pitchFamily="18" charset="0"/>
              </a:rPr>
              <a:t>	</a:t>
            </a:r>
          </a:p>
          <a:p>
            <a:endParaRPr lang="en-US" altLang="zh-CN" dirty="0">
              <a:latin typeface="Times New Roman" panose="02020603050405020304" pitchFamily="18" charset="0"/>
              <a:ea typeface="楷体" panose="02010609060101010101" pitchFamily="49" charset="-122"/>
              <a:sym typeface="Times New Roman" panose="02020603050405020304" pitchFamily="18" charset="0"/>
            </a:endParaRPr>
          </a:p>
          <a:p>
            <a:r>
              <a:rPr lang="en-US" altLang="zh-CN" dirty="0">
                <a:latin typeface="Times New Roman" panose="02020603050405020304" pitchFamily="18" charset="0"/>
                <a:ea typeface="楷体" panose="02010609060101010101" pitchFamily="49" charset="-122"/>
                <a:sym typeface="Times New Roman" panose="02020603050405020304" pitchFamily="18" charset="0"/>
              </a:rPr>
              <a:t>	</a:t>
            </a:r>
          </a:p>
          <a:p>
            <a:endParaRPr lang="en-US" altLang="zh-CN" dirty="0">
              <a:latin typeface="Times New Roman" panose="02020603050405020304" pitchFamily="18" charset="0"/>
              <a:ea typeface="楷体" panose="02010609060101010101" pitchFamily="49" charset="-122"/>
              <a:sym typeface="Times New Roman" panose="02020603050405020304" pitchFamily="18" charset="0"/>
            </a:endParaRPr>
          </a:p>
          <a:p>
            <a:r>
              <a:rPr lang="zh-CN" altLang="en-US" dirty="0">
                <a:latin typeface="Times New Roman" panose="02020603050405020304" pitchFamily="18" charset="0"/>
                <a:ea typeface="楷体" panose="02010609060101010101" pitchFamily="49" charset="-122"/>
                <a:sym typeface="Times New Roman" panose="02020603050405020304" pitchFamily="18" charset="0"/>
              </a:rPr>
              <a:t> </a:t>
            </a:r>
          </a:p>
        </p:txBody>
      </p:sp>
      <p:pic>
        <p:nvPicPr>
          <p:cNvPr id="6" name="图片 5">
            <a:extLst>
              <a:ext uri="{FF2B5EF4-FFF2-40B4-BE49-F238E27FC236}">
                <a16:creationId xmlns:a16="http://schemas.microsoft.com/office/drawing/2014/main" id="{70B8527D-A22E-4F7B-9210-CF225670851E}"/>
              </a:ext>
            </a:extLst>
          </p:cNvPr>
          <p:cNvPicPr>
            <a:picLocks noChangeAspect="1"/>
          </p:cNvPicPr>
          <p:nvPr/>
        </p:nvPicPr>
        <p:blipFill>
          <a:blip r:embed="rId4"/>
          <a:stretch>
            <a:fillRect/>
          </a:stretch>
        </p:blipFill>
        <p:spPr>
          <a:xfrm>
            <a:off x="7034712" y="1192752"/>
            <a:ext cx="2664332" cy="4287560"/>
          </a:xfrm>
          <a:prstGeom prst="rect">
            <a:avLst/>
          </a:prstGeom>
        </p:spPr>
      </p:pic>
    </p:spTree>
    <p:custDataLst>
      <p:tags r:id="rId1"/>
    </p:custDataLst>
    <p:extLst>
      <p:ext uri="{BB962C8B-B14F-4D97-AF65-F5344CB8AC3E}">
        <p14:creationId xmlns:p14="http://schemas.microsoft.com/office/powerpoint/2010/main" val="30155249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p:cNvGraphicFramePr>
            <a:graphicFrameLocks noChangeAspect="1"/>
          </p:cNvGraphicFramePr>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132" name="think-cell Slide" r:id="rId5" imgW="9525" imgH="9525" progId="TCLayout.ActiveDocument.1">
                  <p:embed/>
                </p:oleObj>
              </mc:Choice>
              <mc:Fallback>
                <p:oleObj name="think-cell Slide" r:id="rId5" imgW="9525" imgH="9525" progId="TCLayout.ActiveDocument.1">
                  <p:embed/>
                  <p:pic>
                    <p:nvPicPr>
                      <p:cNvPr id="0" name="对象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矩形 1" hidden="1"/>
          <p:cNvSpPr/>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2400" dirty="0">
              <a:latin typeface="Times New Roman" panose="02020603050405020304" pitchFamily="18" charset="0"/>
              <a:ea typeface="楷体" panose="02010609060101010101" pitchFamily="49" charset="-122"/>
              <a:cs typeface="+mj-cs"/>
              <a:sym typeface="Times New Roman" panose="02020603050405020304" pitchFamily="18" charset="0"/>
            </a:endParaRPr>
          </a:p>
        </p:txBody>
      </p:sp>
      <p:sp>
        <p:nvSpPr>
          <p:cNvPr id="5" name="标题 4"/>
          <p:cNvSpPr>
            <a:spLocks noGrp="1"/>
          </p:cNvSpPr>
          <p:nvPr>
            <p:ph type="ctrTitle"/>
          </p:nvPr>
        </p:nvSpPr>
        <p:spPr/>
        <p:txBody>
          <a:bodyPr>
            <a:normAutofit/>
          </a:bodyPr>
          <a:lstStyle/>
          <a:p>
            <a:r>
              <a:rPr lang="en-US" altLang="zh-CN" sz="6600" dirty="0">
                <a:latin typeface="Times New Roman" panose="02020603050405020304" pitchFamily="18" charset="0"/>
                <a:ea typeface="楷体" panose="02010609060101010101" pitchFamily="49" charset="-122"/>
                <a:sym typeface="Times New Roman" panose="02020603050405020304" pitchFamily="18" charset="0"/>
              </a:rPr>
              <a:t>Thanks</a:t>
            </a:r>
            <a:br>
              <a:rPr lang="en-US" altLang="zh-CN" dirty="0">
                <a:latin typeface="Times New Roman" panose="02020603050405020304" pitchFamily="18" charset="0"/>
                <a:ea typeface="楷体" panose="02010609060101010101" pitchFamily="49" charset="-122"/>
                <a:sym typeface="Times New Roman" panose="02020603050405020304" pitchFamily="18" charset="0"/>
              </a:rPr>
            </a:br>
            <a:endParaRPr lang="zh-CN" altLang="en-US" dirty="0">
              <a:latin typeface="Times New Roman" panose="02020603050405020304" pitchFamily="18" charset="0"/>
              <a:ea typeface="楷体" panose="02010609060101010101" pitchFamily="49" charset="-122"/>
              <a:sym typeface="Times New Roman" panose="02020603050405020304" pitchFamily="18" charset="0"/>
            </a:endParaRPr>
          </a:p>
        </p:txBody>
      </p:sp>
      <p:sp>
        <p:nvSpPr>
          <p:cNvPr id="7" name="文本占位符 6"/>
          <p:cNvSpPr>
            <a:spLocks noGrp="1"/>
          </p:cNvSpPr>
          <p:nvPr>
            <p:ph type="body" sz="quarter" idx="18"/>
          </p:nvPr>
        </p:nvSpPr>
        <p:spPr/>
        <p:txBody>
          <a:bodyPr/>
          <a:lstStyle/>
          <a:p>
            <a:r>
              <a:rPr lang="en-US" altLang="zh-CN" dirty="0">
                <a:latin typeface="Times New Roman" panose="02020603050405020304" pitchFamily="18" charset="0"/>
                <a:ea typeface="楷体" panose="02010609060101010101" pitchFamily="49" charset="-122"/>
                <a:sym typeface="Times New Roman" panose="02020603050405020304" pitchFamily="18" charset="0"/>
              </a:rPr>
              <a:t>2020-08-19</a:t>
            </a:r>
            <a:endParaRPr lang="en-US" altLang="en-US" dirty="0">
              <a:latin typeface="Times New Roman" panose="02020603050405020304" pitchFamily="18" charset="0"/>
              <a:ea typeface="楷体" panose="02010609060101010101" pitchFamily="49" charset="-122"/>
              <a:sym typeface="Times New Roman" panose="02020603050405020304" pitchFamily="18" charset="0"/>
            </a:endParaRPr>
          </a:p>
        </p:txBody>
      </p:sp>
    </p:spTree>
    <p:custDataLst>
      <p:tags r:id="rId3"/>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THEME" val="#221020"/>
</p:tagLst>
</file>

<file path=ppt/tags/tag2.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3.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4.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5.xml><?xml version="1.0" encoding="utf-8"?>
<p:tagLst xmlns:a="http://schemas.openxmlformats.org/drawingml/2006/main" xmlns:r="http://schemas.openxmlformats.org/officeDocument/2006/relationships" xmlns:p="http://schemas.openxmlformats.org/presentationml/2006/main">
  <p:tag name="ISLIDE.DIAGRAM" val="#282152;"/>
</p:tagLst>
</file>

<file path=ppt/tags/tag6.xml><?xml version="1.0" encoding="utf-8"?>
<p:tagLst xmlns:a="http://schemas.openxmlformats.org/drawingml/2006/main" xmlns:r="http://schemas.openxmlformats.org/officeDocument/2006/relationships" xmlns:p="http://schemas.openxmlformats.org/presentationml/2006/main">
  <p:tag name="ISLIDE.DIAGRAM" val="#282152"/>
</p:tagLst>
</file>

<file path=ppt/tags/tag7.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8.xml><?xml version="1.0" encoding="utf-8"?>
<p:tagLst xmlns:a="http://schemas.openxmlformats.org/drawingml/2006/main" xmlns:r="http://schemas.openxmlformats.org/officeDocument/2006/relationships" xmlns:p="http://schemas.openxmlformats.org/presentationml/2006/main">
  <p:tag name="ISLIDE.DIAGRAM" val="#459938;"/>
</p:tagLst>
</file>

<file path=ppt/tags/tag9.xml><?xml version="1.0" encoding="utf-8"?>
<p:tagLst xmlns:a="http://schemas.openxmlformats.org/drawingml/2006/main" xmlns:r="http://schemas.openxmlformats.org/officeDocument/2006/relationships" xmlns:p="http://schemas.openxmlformats.org/presentationml/2006/main">
  <p:tag name="ISLIDE.DIAGRAM" val="#459938"/>
</p:tagLst>
</file>

<file path=ppt/tags/tag10.xml><?xml version="1.0" encoding="utf-8"?>
<p:tagLst xmlns:a="http://schemas.openxmlformats.org/drawingml/2006/main" xmlns:r="http://schemas.openxmlformats.org/officeDocument/2006/relationships" xmlns:p="http://schemas.openxmlformats.org/presentationml/2006/main">
  <p:tag name="ISLIDE.DIAGRAM" val="#459938;"/>
</p:tagLst>
</file>

<file path=ppt/tags/tag11.xml><?xml version="1.0" encoding="utf-8"?>
<p:tagLst xmlns:a="http://schemas.openxmlformats.org/drawingml/2006/main" xmlns:r="http://schemas.openxmlformats.org/officeDocument/2006/relationships" xmlns:p="http://schemas.openxmlformats.org/presentationml/2006/main">
  <p:tag name="ISLIDE.DIAGRAM" val="#459938"/>
</p:tagLst>
</file>

<file path=ppt/tags/tag12.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13.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14.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15.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494E4E"/>
      </a:accent1>
      <a:accent2>
        <a:srgbClr val="F3CC2D"/>
      </a:accent2>
      <a:accent3>
        <a:srgbClr val="494E4E"/>
      </a:accent3>
      <a:accent4>
        <a:srgbClr val="91969B"/>
      </a:accent4>
      <a:accent5>
        <a:srgbClr val="494E4E"/>
      </a:accent5>
      <a:accent6>
        <a:srgbClr val="91969B"/>
      </a:accent6>
      <a:hlink>
        <a:srgbClr val="494E4E"/>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房利美">
    <a:dk1>
      <a:srgbClr val="000000"/>
    </a:dk1>
    <a:lt1>
      <a:srgbClr val="FFFFFF"/>
    </a:lt1>
    <a:dk2>
      <a:srgbClr val="768394"/>
    </a:dk2>
    <a:lt2>
      <a:srgbClr val="F0F0F0"/>
    </a:lt2>
    <a:accent1>
      <a:srgbClr val="494E4E"/>
    </a:accent1>
    <a:accent2>
      <a:srgbClr val="F3CC2D"/>
    </a:accent2>
    <a:accent3>
      <a:srgbClr val="494E4E"/>
    </a:accent3>
    <a:accent4>
      <a:srgbClr val="91969B"/>
    </a:accent4>
    <a:accent5>
      <a:srgbClr val="494E4E"/>
    </a:accent5>
    <a:accent6>
      <a:srgbClr val="91969B"/>
    </a:accent6>
    <a:hlink>
      <a:srgbClr val="494E4E"/>
    </a:hlink>
    <a:folHlink>
      <a:srgbClr val="BFBFBF"/>
    </a:folHlink>
  </a:clrScheme>
</a:themeOverride>
</file>

<file path=ppt/theme/themeOverride2.xml><?xml version="1.0" encoding="utf-8"?>
<a:themeOverride xmlns:a="http://schemas.openxmlformats.org/drawingml/2006/main">
  <a:clrScheme name="房利美">
    <a:dk1>
      <a:srgbClr val="000000"/>
    </a:dk1>
    <a:lt1>
      <a:srgbClr val="FFFFFF"/>
    </a:lt1>
    <a:dk2>
      <a:srgbClr val="768394"/>
    </a:dk2>
    <a:lt2>
      <a:srgbClr val="F0F0F0"/>
    </a:lt2>
    <a:accent1>
      <a:srgbClr val="494E4E"/>
    </a:accent1>
    <a:accent2>
      <a:srgbClr val="F3CC2D"/>
    </a:accent2>
    <a:accent3>
      <a:srgbClr val="494E4E"/>
    </a:accent3>
    <a:accent4>
      <a:srgbClr val="91969B"/>
    </a:accent4>
    <a:accent5>
      <a:srgbClr val="494E4E"/>
    </a:accent5>
    <a:accent6>
      <a:srgbClr val="91969B"/>
    </a:accent6>
    <a:hlink>
      <a:srgbClr val="494E4E"/>
    </a:hlink>
    <a:folHlink>
      <a:srgbClr val="BFBFBF"/>
    </a:folHlink>
  </a:clrScheme>
</a:themeOverride>
</file>

<file path=ppt/theme/themeOverride3.xml><?xml version="1.0" encoding="utf-8"?>
<a:themeOverride xmlns:a="http://schemas.openxmlformats.org/drawingml/2006/main">
  <a:clrScheme name="房利美">
    <a:dk1>
      <a:srgbClr val="000000"/>
    </a:dk1>
    <a:lt1>
      <a:srgbClr val="FFFFFF"/>
    </a:lt1>
    <a:dk2>
      <a:srgbClr val="768394"/>
    </a:dk2>
    <a:lt2>
      <a:srgbClr val="F0F0F0"/>
    </a:lt2>
    <a:accent1>
      <a:srgbClr val="494E4E"/>
    </a:accent1>
    <a:accent2>
      <a:srgbClr val="F3CC2D"/>
    </a:accent2>
    <a:accent3>
      <a:srgbClr val="494E4E"/>
    </a:accent3>
    <a:accent4>
      <a:srgbClr val="91969B"/>
    </a:accent4>
    <a:accent5>
      <a:srgbClr val="494E4E"/>
    </a:accent5>
    <a:accent6>
      <a:srgbClr val="91969B"/>
    </a:accent6>
    <a:hlink>
      <a:srgbClr val="494E4E"/>
    </a:hlink>
    <a:folHlink>
      <a:srgbClr val="BFBFBF"/>
    </a:folHlink>
  </a:clrScheme>
</a:themeOverride>
</file>

<file path=ppt/theme/themeOverride4.xml><?xml version="1.0" encoding="utf-8"?>
<a:themeOverride xmlns:a="http://schemas.openxmlformats.org/drawingml/2006/main">
  <a:clrScheme name="房利美">
    <a:dk1>
      <a:srgbClr val="000000"/>
    </a:dk1>
    <a:lt1>
      <a:srgbClr val="FFFFFF"/>
    </a:lt1>
    <a:dk2>
      <a:srgbClr val="768394"/>
    </a:dk2>
    <a:lt2>
      <a:srgbClr val="F0F0F0"/>
    </a:lt2>
    <a:accent1>
      <a:srgbClr val="494E4E"/>
    </a:accent1>
    <a:accent2>
      <a:srgbClr val="F3CC2D"/>
    </a:accent2>
    <a:accent3>
      <a:srgbClr val="494E4E"/>
    </a:accent3>
    <a:accent4>
      <a:srgbClr val="91969B"/>
    </a:accent4>
    <a:accent5>
      <a:srgbClr val="494E4E"/>
    </a:accent5>
    <a:accent6>
      <a:srgbClr val="91969B"/>
    </a:accent6>
    <a:hlink>
      <a:srgbClr val="494E4E"/>
    </a:hlink>
    <a:folHlink>
      <a:srgbClr val="BFBFBF"/>
    </a:folHlink>
  </a:clrScheme>
</a:themeOverride>
</file>

<file path=docProps/app.xml><?xml version="1.0" encoding="utf-8"?>
<Properties xmlns="http://schemas.openxmlformats.org/officeDocument/2006/extended-properties" xmlns:vt="http://schemas.openxmlformats.org/officeDocument/2006/docPropsVTypes">
  <Template>iSlide</Template>
  <TotalTime>503</TotalTime>
  <Words>1380</Words>
  <Application>Microsoft Office PowerPoint</Application>
  <PresentationFormat>宽屏</PresentationFormat>
  <Paragraphs>132</Paragraphs>
  <Slides>13</Slides>
  <Notes>12</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13</vt:i4>
      </vt:variant>
    </vt:vector>
  </HeadingPairs>
  <TitlesOfParts>
    <vt:vector size="22" baseType="lpstr">
      <vt:lpstr>等线</vt:lpstr>
      <vt:lpstr>楷体</vt:lpstr>
      <vt:lpstr>宋体</vt:lpstr>
      <vt:lpstr>微软雅黑</vt:lpstr>
      <vt:lpstr>Arial</vt:lpstr>
      <vt:lpstr>Calibri</vt:lpstr>
      <vt:lpstr>Times New Roman</vt:lpstr>
      <vt:lpstr>主题5</vt:lpstr>
      <vt:lpstr>think-cell Slide</vt:lpstr>
      <vt:lpstr>菜谱分享网站</vt:lpstr>
      <vt:lpstr>PowerPoint 演示文稿</vt:lpstr>
      <vt:lpstr>项目简介</vt:lpstr>
      <vt:lpstr>PowerPoint 演示文稿</vt:lpstr>
      <vt:lpstr> </vt:lpstr>
      <vt:lpstr>功能概述</vt:lpstr>
      <vt:lpstr>PowerPoint 演示文稿</vt:lpstr>
      <vt:lpstr>功能模块</vt:lpstr>
      <vt:lpstr>功能模块</vt:lpstr>
      <vt:lpstr>设计详情</vt:lpstr>
      <vt:lpstr>设计详情</vt:lpstr>
      <vt:lpstr>设计详情</vt:lpstr>
      <vt:lpstr>Thanks </vt:lpstr>
    </vt:vector>
  </TitlesOfParts>
  <Manager>iSlide</Manager>
  <Company>iSlide</Company>
  <LinksUpToDate>false</LinksUpToDate>
  <SharedDoc>false</SharedDoc>
  <HyperlinkBase>https://www.islide.cc</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Administrator</cp:lastModifiedBy>
  <cp:revision>63</cp:revision>
  <cp:lastPrinted>2018-10-17T16:00:00Z</cp:lastPrinted>
  <dcterms:created xsi:type="dcterms:W3CDTF">2018-10-17T16:00:00Z</dcterms:created>
  <dcterms:modified xsi:type="dcterms:W3CDTF">2020-08-19T14:19:45Z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KSOProductBuildVer">
    <vt:lpwstr>2052-11.1.0.9912</vt:lpwstr>
  </property>
</Properties>
</file>